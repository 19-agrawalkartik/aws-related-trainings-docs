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08" r:id="rId4"/>
  </p:sldMasterIdLst>
  <p:notesMasterIdLst>
    <p:notesMasterId r:id="rId11"/>
  </p:notesMasterIdLst>
  <p:handoutMasterIdLst>
    <p:handoutMasterId r:id="rId12"/>
  </p:handoutMasterIdLst>
  <p:sldIdLst>
    <p:sldId id="435" r:id="rId5"/>
    <p:sldId id="256" r:id="rId6"/>
    <p:sldId id="776" r:id="rId7"/>
    <p:sldId id="777" r:id="rId8"/>
    <p:sldId id="287" r:id="rId9"/>
    <p:sldId id="773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E42"/>
    <a:srgbClr val="00B3A3"/>
    <a:srgbClr val="883290"/>
    <a:srgbClr val="D245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EB014-EE20-4F43-A80A-0C25BE03A040}" v="21" dt="2024-10-08T04:14:40.867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solidFill>
                <a:schemeClr val="dk1"/>
              </a:solidFill>
            </a:ln>
          </a:insideH>
          <a:insideV>
            <a:ln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3886" autoAdjust="0"/>
  </p:normalViewPr>
  <p:slideViewPr>
    <p:cSldViewPr snapToGrid="0" snapToObjects="1">
      <p:cViewPr varScale="1">
        <p:scale>
          <a:sx n="95" d="100"/>
          <a:sy n="95" d="100"/>
        </p:scale>
        <p:origin x="570" y="84"/>
      </p:cViewPr>
      <p:guideLst>
        <p:guide orient="horz" pos="1620"/>
        <p:guide pos="2880"/>
        <p:guide pos="5494"/>
      </p:guideLst>
    </p:cSldViewPr>
  </p:slideViewPr>
  <p:outlineViewPr>
    <p:cViewPr>
      <p:scale>
        <a:sx n="33" d="100"/>
        <a:sy n="33" d="100"/>
      </p:scale>
      <p:origin x="0" y="-9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144" d="100"/>
          <a:sy n="144" d="100"/>
        </p:scale>
        <p:origin x="282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hri, Balam                           Export License Required - US Collins" userId="a418286c-2093-41e7-a4d8-6b3d49c0c69e" providerId="ADAL" clId="{B4A5F976-3599-45BF-979A-7D1028B452F9}"/>
    <pc:docChg chg="modSld">
      <pc:chgData name="Gayathri, Balam                           Export License Required - US Collins" userId="a418286c-2093-41e7-a4d8-6b3d49c0c69e" providerId="ADAL" clId="{B4A5F976-3599-45BF-979A-7D1028B452F9}" dt="2024-04-02T05:38:02.379" v="31" actId="20577"/>
      <pc:docMkLst>
        <pc:docMk/>
      </pc:docMkLst>
      <pc:sldChg chg="modSp mod">
        <pc:chgData name="Gayathri, Balam                           Export License Required - US Collins" userId="a418286c-2093-41e7-a4d8-6b3d49c0c69e" providerId="ADAL" clId="{B4A5F976-3599-45BF-979A-7D1028B452F9}" dt="2024-04-02T05:38:02.379" v="31" actId="20577"/>
        <pc:sldMkLst>
          <pc:docMk/>
          <pc:sldMk cId="1035027063" sldId="776"/>
        </pc:sldMkLst>
        <pc:spChg chg="mod">
          <ac:chgData name="Gayathri, Balam                           Export License Required - US Collins" userId="a418286c-2093-41e7-a4d8-6b3d49c0c69e" providerId="ADAL" clId="{B4A5F976-3599-45BF-979A-7D1028B452F9}" dt="2024-04-02T05:35:48.347" v="18" actId="20577"/>
          <ac:spMkLst>
            <pc:docMk/>
            <pc:sldMk cId="1035027063" sldId="776"/>
            <ac:spMk id="5" creationId="{F105F376-F170-4F34-8E21-CAF4D1CB5D31}"/>
          </ac:spMkLst>
        </pc:spChg>
        <pc:spChg chg="mod">
          <ac:chgData name="Gayathri, Balam                           Export License Required - US Collins" userId="a418286c-2093-41e7-a4d8-6b3d49c0c69e" providerId="ADAL" clId="{B4A5F976-3599-45BF-979A-7D1028B452F9}" dt="2024-04-02T05:38:02.379" v="31" actId="20577"/>
          <ac:spMkLst>
            <pc:docMk/>
            <pc:sldMk cId="1035027063" sldId="776"/>
            <ac:spMk id="8" creationId="{8CD14236-B8BC-4000-9E87-12D3BABC533E}"/>
          </ac:spMkLst>
        </pc:spChg>
      </pc:sldChg>
    </pc:docChg>
  </pc:docChgLst>
  <pc:docChgLst>
    <pc:chgData name="Gayathri, Balam                           Export License Required - US Collins" userId="a418286c-2093-41e7-a4d8-6b3d49c0c69e" providerId="ADAL" clId="{ECF38C58-D72D-44A8-A961-034C983A0C53}"/>
    <pc:docChg chg="custSel modSld">
      <pc:chgData name="Gayathri, Balam                           Export License Required - US Collins" userId="a418286c-2093-41e7-a4d8-6b3d49c0c69e" providerId="ADAL" clId="{ECF38C58-D72D-44A8-A961-034C983A0C53}" dt="2024-05-31T06:36:14.235" v="191" actId="20577"/>
      <pc:docMkLst>
        <pc:docMk/>
      </pc:docMkLst>
      <pc:sldChg chg="modSp mod">
        <pc:chgData name="Gayathri, Balam                           Export License Required - US Collins" userId="a418286c-2093-41e7-a4d8-6b3d49c0c69e" providerId="ADAL" clId="{ECF38C58-D72D-44A8-A961-034C983A0C53}" dt="2024-05-07T10:57:39.302" v="3" actId="20577"/>
        <pc:sldMkLst>
          <pc:docMk/>
          <pc:sldMk cId="2686866554" sldId="256"/>
        </pc:sldMkLst>
        <pc:spChg chg="mod">
          <ac:chgData name="Gayathri, Balam                           Export License Required - US Collins" userId="a418286c-2093-41e7-a4d8-6b3d49c0c69e" providerId="ADAL" clId="{ECF38C58-D72D-44A8-A961-034C983A0C53}" dt="2024-05-07T10:57:39.302" v="3" actId="20577"/>
          <ac:spMkLst>
            <pc:docMk/>
            <pc:sldMk cId="2686866554" sldId="256"/>
            <ac:spMk id="7" creationId="{00000000-0000-0000-0000-000000000000}"/>
          </ac:spMkLst>
        </pc:spChg>
      </pc:sldChg>
      <pc:sldChg chg="modSp mod">
        <pc:chgData name="Gayathri, Balam                           Export License Required - US Collins" userId="a418286c-2093-41e7-a4d8-6b3d49c0c69e" providerId="ADAL" clId="{ECF38C58-D72D-44A8-A961-034C983A0C53}" dt="2024-05-31T06:36:14.235" v="191" actId="20577"/>
        <pc:sldMkLst>
          <pc:docMk/>
          <pc:sldMk cId="1035027063" sldId="776"/>
        </pc:sldMkLst>
        <pc:spChg chg="mod">
          <ac:chgData name="Gayathri, Balam                           Export License Required - US Collins" userId="a418286c-2093-41e7-a4d8-6b3d49c0c69e" providerId="ADAL" clId="{ECF38C58-D72D-44A8-A961-034C983A0C53}" dt="2024-05-31T06:36:14.235" v="191" actId="20577"/>
          <ac:spMkLst>
            <pc:docMk/>
            <pc:sldMk cId="1035027063" sldId="776"/>
            <ac:spMk id="5" creationId="{F105F376-F170-4F34-8E21-CAF4D1CB5D31}"/>
          </ac:spMkLst>
        </pc:spChg>
        <pc:spChg chg="mod">
          <ac:chgData name="Gayathri, Balam                           Export License Required - US Collins" userId="a418286c-2093-41e7-a4d8-6b3d49c0c69e" providerId="ADAL" clId="{ECF38C58-D72D-44A8-A961-034C983A0C53}" dt="2024-05-09T10:18:47.590" v="146" actId="20577"/>
          <ac:spMkLst>
            <pc:docMk/>
            <pc:sldMk cId="1035027063" sldId="776"/>
            <ac:spMk id="8" creationId="{8CD14236-B8BC-4000-9E87-12D3BABC533E}"/>
          </ac:spMkLst>
        </pc:spChg>
      </pc:sldChg>
    </pc:docChg>
  </pc:docChgLst>
  <pc:docChgLst>
    <pc:chgData name="Gayathri, Balam                           Export License Required - US Collins" userId="a418286c-2093-41e7-a4d8-6b3d49c0c69e" providerId="ADAL" clId="{012EB014-EE20-4F43-A80A-0C25BE03A040}"/>
    <pc:docChg chg="undo redo custSel addSld modSld">
      <pc:chgData name="Gayathri, Balam                           Export License Required - US Collins" userId="a418286c-2093-41e7-a4d8-6b3d49c0c69e" providerId="ADAL" clId="{012EB014-EE20-4F43-A80A-0C25BE03A040}" dt="2024-10-08T04:14:41.327" v="291"/>
      <pc:docMkLst>
        <pc:docMk/>
      </pc:docMkLst>
      <pc:sldChg chg="modSp mod">
        <pc:chgData name="Gayathri, Balam                           Export License Required - US Collins" userId="a418286c-2093-41e7-a4d8-6b3d49c0c69e" providerId="ADAL" clId="{012EB014-EE20-4F43-A80A-0C25BE03A040}" dt="2024-09-20T06:25:32.824" v="5" actId="20577"/>
        <pc:sldMkLst>
          <pc:docMk/>
          <pc:sldMk cId="2686866554" sldId="256"/>
        </pc:sldMkLst>
        <pc:spChg chg="mod">
          <ac:chgData name="Gayathri, Balam                           Export License Required - US Collins" userId="a418286c-2093-41e7-a4d8-6b3d49c0c69e" providerId="ADAL" clId="{012EB014-EE20-4F43-A80A-0C25BE03A040}" dt="2024-09-20T06:25:32.824" v="5" actId="20577"/>
          <ac:spMkLst>
            <pc:docMk/>
            <pc:sldMk cId="2686866554" sldId="256"/>
            <ac:spMk id="7" creationId="{00000000-0000-0000-0000-000000000000}"/>
          </ac:spMkLst>
        </pc:spChg>
      </pc:sldChg>
      <pc:sldChg chg="addSp modSp mod">
        <pc:chgData name="Gayathri, Balam                           Export License Required - US Collins" userId="a418286c-2093-41e7-a4d8-6b3d49c0c69e" providerId="ADAL" clId="{012EB014-EE20-4F43-A80A-0C25BE03A040}" dt="2024-09-30T14:31:34.370" v="197"/>
        <pc:sldMkLst>
          <pc:docMk/>
          <pc:sldMk cId="1035027063" sldId="776"/>
        </pc:sldMkLst>
        <pc:spChg chg="mod">
          <ac:chgData name="Gayathri, Balam                           Export License Required - US Collins" userId="a418286c-2093-41e7-a4d8-6b3d49c0c69e" providerId="ADAL" clId="{012EB014-EE20-4F43-A80A-0C25BE03A040}" dt="2024-09-30T14:31:34.370" v="197"/>
          <ac:spMkLst>
            <pc:docMk/>
            <pc:sldMk cId="1035027063" sldId="776"/>
            <ac:spMk id="5" creationId="{F105F376-F170-4F34-8E21-CAF4D1CB5D31}"/>
          </ac:spMkLst>
        </pc:spChg>
        <pc:spChg chg="mod">
          <ac:chgData name="Gayathri, Balam                           Export License Required - US Collins" userId="a418286c-2093-41e7-a4d8-6b3d49c0c69e" providerId="ADAL" clId="{012EB014-EE20-4F43-A80A-0C25BE03A040}" dt="2024-09-20T06:28:30.812" v="68" actId="20577"/>
          <ac:spMkLst>
            <pc:docMk/>
            <pc:sldMk cId="1035027063" sldId="776"/>
            <ac:spMk id="8" creationId="{8CD14236-B8BC-4000-9E87-12D3BABC533E}"/>
          </ac:spMkLst>
        </pc:spChg>
        <pc:graphicFrameChg chg="add mod">
          <ac:chgData name="Gayathri, Balam                           Export License Required - US Collins" userId="a418286c-2093-41e7-a4d8-6b3d49c0c69e" providerId="ADAL" clId="{012EB014-EE20-4F43-A80A-0C25BE03A040}" dt="2024-09-25T09:05:08.865" v="126"/>
          <ac:graphicFrameMkLst>
            <pc:docMk/>
            <pc:sldMk cId="1035027063" sldId="776"/>
            <ac:graphicFrameMk id="2" creationId="{2D2D6EC5-ADB7-50E4-C30F-BF087E66BF67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26T06:44:39.873" v="167"/>
          <ac:graphicFrameMkLst>
            <pc:docMk/>
            <pc:sldMk cId="1035027063" sldId="776"/>
            <ac:graphicFrameMk id="2" creationId="{3F75E3A6-4C39-A6C7-92B6-B6B3056E14B9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20T06:25:48.032" v="6"/>
          <ac:graphicFrameMkLst>
            <pc:docMk/>
            <pc:sldMk cId="1035027063" sldId="776"/>
            <ac:graphicFrameMk id="2" creationId="{75442B99-97F7-FDDB-BE03-D2B6B5D73A9B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30T14:30:45.825" v="184"/>
          <ac:graphicFrameMkLst>
            <pc:docMk/>
            <pc:sldMk cId="1035027063" sldId="776"/>
            <ac:graphicFrameMk id="2" creationId="{A02E9405-1F39-031D-831F-2D22D72CD24D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20T06:25:50.314" v="7"/>
          <ac:graphicFrameMkLst>
            <pc:docMk/>
            <pc:sldMk cId="1035027063" sldId="776"/>
            <ac:graphicFrameMk id="4" creationId="{85084764-A8CE-1B5E-0965-4D547B5D52A2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25T09:05:18.089" v="127"/>
          <ac:graphicFrameMkLst>
            <pc:docMk/>
            <pc:sldMk cId="1035027063" sldId="776"/>
            <ac:graphicFrameMk id="4" creationId="{D326D105-B87A-5508-A424-7DA86606FB48}"/>
          </ac:graphicFrameMkLst>
        </pc:graphicFrameChg>
        <pc:graphicFrameChg chg="add mod">
          <ac:chgData name="Gayathri, Balam                           Export License Required - US Collins" userId="a418286c-2093-41e7-a4d8-6b3d49c0c69e" providerId="ADAL" clId="{012EB014-EE20-4F43-A80A-0C25BE03A040}" dt="2024-09-20T06:26:00.977" v="9"/>
          <ac:graphicFrameMkLst>
            <pc:docMk/>
            <pc:sldMk cId="1035027063" sldId="776"/>
            <ac:graphicFrameMk id="6" creationId="{1BB3FCD7-54E4-3A21-5F0F-E7EF05BD3904}"/>
          </ac:graphicFrameMkLst>
        </pc:graphicFrameChg>
      </pc:sldChg>
      <pc:sldChg chg="modSp new mod">
        <pc:chgData name="Gayathri, Balam                           Export License Required - US Collins" userId="a418286c-2093-41e7-a4d8-6b3d49c0c69e" providerId="ADAL" clId="{012EB014-EE20-4F43-A80A-0C25BE03A040}" dt="2024-10-08T04:14:41.327" v="291"/>
        <pc:sldMkLst>
          <pc:docMk/>
          <pc:sldMk cId="742302673" sldId="777"/>
        </pc:sldMkLst>
        <pc:spChg chg="mod">
          <ac:chgData name="Gayathri, Balam                           Export License Required - US Collins" userId="a418286c-2093-41e7-a4d8-6b3d49c0c69e" providerId="ADAL" clId="{012EB014-EE20-4F43-A80A-0C25BE03A040}" dt="2024-10-08T04:14:41.327" v="291"/>
          <ac:spMkLst>
            <pc:docMk/>
            <pc:sldMk cId="742302673" sldId="777"/>
            <ac:spMk id="2" creationId="{B55AD04A-E09A-EAD1-BDD0-D210D89C48F7}"/>
          </ac:spMkLst>
        </pc:spChg>
        <pc:spChg chg="mod">
          <ac:chgData name="Gayathri, Balam                           Export License Required - US Collins" userId="a418286c-2093-41e7-a4d8-6b3d49c0c69e" providerId="ADAL" clId="{012EB014-EE20-4F43-A80A-0C25BE03A040}" dt="2024-10-08T04:12:00.858" v="202" actId="403"/>
          <ac:spMkLst>
            <pc:docMk/>
            <pc:sldMk cId="742302673" sldId="777"/>
            <ac:spMk id="3" creationId="{B2927404-C1E4-A00E-61E8-1799C4F900C0}"/>
          </ac:spMkLst>
        </pc:spChg>
      </pc:sldChg>
    </pc:docChg>
  </pc:docChgLst>
  <pc:docChgLst>
    <pc:chgData name="Gayathri, Balam                           Export License Required - US Collins" userId="a418286c-2093-41e7-a4d8-6b3d49c0c69e" providerId="ADAL" clId="{F6FFFDAC-B953-49DF-AB5D-74FD77400525}"/>
    <pc:docChg chg="undo custSel addSld modSld">
      <pc:chgData name="Gayathri, Balam                           Export License Required - US Collins" userId="a418286c-2093-41e7-a4d8-6b3d49c0c69e" providerId="ADAL" clId="{F6FFFDAC-B953-49DF-AB5D-74FD77400525}" dt="2024-03-18T10:53:43.373" v="211" actId="20577"/>
      <pc:docMkLst>
        <pc:docMk/>
      </pc:docMkLst>
      <pc:sldChg chg="modSp mod">
        <pc:chgData name="Gayathri, Balam                           Export License Required - US Collins" userId="a418286c-2093-41e7-a4d8-6b3d49c0c69e" providerId="ADAL" clId="{F6FFFDAC-B953-49DF-AB5D-74FD77400525}" dt="2024-03-18T10:53:43.373" v="211" actId="20577"/>
        <pc:sldMkLst>
          <pc:docMk/>
          <pc:sldMk cId="2686866554" sldId="256"/>
        </pc:sldMkLst>
        <pc:spChg chg="mod">
          <ac:chgData name="Gayathri, Balam                           Export License Required - US Collins" userId="a418286c-2093-41e7-a4d8-6b3d49c0c69e" providerId="ADAL" clId="{F6FFFDAC-B953-49DF-AB5D-74FD77400525}" dt="2024-03-18T10:53:43.373" v="211" actId="20577"/>
          <ac:spMkLst>
            <pc:docMk/>
            <pc:sldMk cId="2686866554" sldId="256"/>
            <ac:spMk id="7" creationId="{00000000-0000-0000-0000-000000000000}"/>
          </ac:spMkLst>
        </pc:spChg>
      </pc:sldChg>
      <pc:sldChg chg="modSp mod">
        <pc:chgData name="Gayathri, Balam                           Export License Required - US Collins" userId="a418286c-2093-41e7-a4d8-6b3d49c0c69e" providerId="ADAL" clId="{F6FFFDAC-B953-49DF-AB5D-74FD77400525}" dt="2024-03-18T10:52:23.173" v="193" actId="6549"/>
        <pc:sldMkLst>
          <pc:docMk/>
          <pc:sldMk cId="1035027063" sldId="776"/>
        </pc:sldMkLst>
        <pc:spChg chg="mod">
          <ac:chgData name="Gayathri, Balam                           Export License Required - US Collins" userId="a418286c-2093-41e7-a4d8-6b3d49c0c69e" providerId="ADAL" clId="{F6FFFDAC-B953-49DF-AB5D-74FD77400525}" dt="2024-03-18T10:52:23.173" v="193" actId="6549"/>
          <ac:spMkLst>
            <pc:docMk/>
            <pc:sldMk cId="1035027063" sldId="776"/>
            <ac:spMk id="5" creationId="{F105F376-F170-4F34-8E21-CAF4D1CB5D31}"/>
          </ac:spMkLst>
        </pc:spChg>
        <pc:spChg chg="mod">
          <ac:chgData name="Gayathri, Balam                           Export License Required - US Collins" userId="a418286c-2093-41e7-a4d8-6b3d49c0c69e" providerId="ADAL" clId="{F6FFFDAC-B953-49DF-AB5D-74FD77400525}" dt="2024-03-18T10:51:47.267" v="183" actId="20577"/>
          <ac:spMkLst>
            <pc:docMk/>
            <pc:sldMk cId="1035027063" sldId="776"/>
            <ac:spMk id="8" creationId="{8CD14236-B8BC-4000-9E87-12D3BABC533E}"/>
          </ac:spMkLst>
        </pc:spChg>
      </pc:sldChg>
      <pc:sldChg chg="modSp new mod">
        <pc:chgData name="Gayathri, Balam                           Export License Required - US Collins" userId="a418286c-2093-41e7-a4d8-6b3d49c0c69e" providerId="ADAL" clId="{F6FFFDAC-B953-49DF-AB5D-74FD77400525}" dt="2024-03-18T10:53:16.550" v="205" actId="6549"/>
        <pc:sldMkLst>
          <pc:docMk/>
          <pc:sldMk cId="3126391517" sldId="777"/>
        </pc:sldMkLst>
        <pc:spChg chg="mod">
          <ac:chgData name="Gayathri, Balam                           Export License Required - US Collins" userId="a418286c-2093-41e7-a4d8-6b3d49c0c69e" providerId="ADAL" clId="{F6FFFDAC-B953-49DF-AB5D-74FD77400525}" dt="2024-03-18T10:53:16.550" v="205" actId="6549"/>
          <ac:spMkLst>
            <pc:docMk/>
            <pc:sldMk cId="3126391517" sldId="777"/>
            <ac:spMk id="2" creationId="{E036C50D-BA4D-83BC-A6D5-5FC982DA4AC6}"/>
          </ac:spMkLst>
        </pc:spChg>
        <pc:spChg chg="mod">
          <ac:chgData name="Gayathri, Balam                           Export License Required - US Collins" userId="a418286c-2093-41e7-a4d8-6b3d49c0c69e" providerId="ADAL" clId="{F6FFFDAC-B953-49DF-AB5D-74FD77400525}" dt="2024-03-18T10:51:53.030" v="184"/>
          <ac:spMkLst>
            <pc:docMk/>
            <pc:sldMk cId="3126391517" sldId="777"/>
            <ac:spMk id="3" creationId="{5C1E11F5-43FC-39F2-A1C3-2F8A555324C4}"/>
          </ac:spMkLst>
        </pc:spChg>
      </pc:sldChg>
    </pc:docChg>
  </pc:docChgLst>
  <pc:docChgLst>
    <pc:chgData name="Gayathri, Balam                           Export License Required - US Collins" userId="a418286c-2093-41e7-a4d8-6b3d49c0c69e" providerId="ADAL" clId="{300BBFE4-BCA9-4058-8E03-4DA91EC3F658}"/>
    <pc:docChg chg="delSld modSld">
      <pc:chgData name="Gayathri, Balam                           Export License Required - US Collins" userId="a418286c-2093-41e7-a4d8-6b3d49c0c69e" providerId="ADAL" clId="{300BBFE4-BCA9-4058-8E03-4DA91EC3F658}" dt="2024-03-18T12:12:08.529" v="118" actId="20577"/>
      <pc:docMkLst>
        <pc:docMk/>
      </pc:docMkLst>
      <pc:sldChg chg="modSp mod">
        <pc:chgData name="Gayathri, Balam                           Export License Required - US Collins" userId="a418286c-2093-41e7-a4d8-6b3d49c0c69e" providerId="ADAL" clId="{300BBFE4-BCA9-4058-8E03-4DA91EC3F658}" dt="2024-03-18T11:53:50.918" v="0" actId="20577"/>
        <pc:sldMkLst>
          <pc:docMk/>
          <pc:sldMk cId="2686866554" sldId="256"/>
        </pc:sldMkLst>
        <pc:spChg chg="mod">
          <ac:chgData name="Gayathri, Balam                           Export License Required - US Collins" userId="a418286c-2093-41e7-a4d8-6b3d49c0c69e" providerId="ADAL" clId="{300BBFE4-BCA9-4058-8E03-4DA91EC3F658}" dt="2024-03-18T11:53:50.918" v="0" actId="20577"/>
          <ac:spMkLst>
            <pc:docMk/>
            <pc:sldMk cId="2686866554" sldId="256"/>
            <ac:spMk id="7" creationId="{00000000-0000-0000-0000-000000000000}"/>
          </ac:spMkLst>
        </pc:spChg>
      </pc:sldChg>
      <pc:sldChg chg="modSp mod">
        <pc:chgData name="Gayathri, Balam                           Export License Required - US Collins" userId="a418286c-2093-41e7-a4d8-6b3d49c0c69e" providerId="ADAL" clId="{300BBFE4-BCA9-4058-8E03-4DA91EC3F658}" dt="2024-03-18T12:12:08.529" v="118" actId="20577"/>
        <pc:sldMkLst>
          <pc:docMk/>
          <pc:sldMk cId="1035027063" sldId="776"/>
        </pc:sldMkLst>
        <pc:spChg chg="mod">
          <ac:chgData name="Gayathri, Balam                           Export License Required - US Collins" userId="a418286c-2093-41e7-a4d8-6b3d49c0c69e" providerId="ADAL" clId="{300BBFE4-BCA9-4058-8E03-4DA91EC3F658}" dt="2024-03-18T11:57:30.659" v="107" actId="20577"/>
          <ac:spMkLst>
            <pc:docMk/>
            <pc:sldMk cId="1035027063" sldId="776"/>
            <ac:spMk id="5" creationId="{F105F376-F170-4F34-8E21-CAF4D1CB5D31}"/>
          </ac:spMkLst>
        </pc:spChg>
        <pc:spChg chg="mod">
          <ac:chgData name="Gayathri, Balam                           Export License Required - US Collins" userId="a418286c-2093-41e7-a4d8-6b3d49c0c69e" providerId="ADAL" clId="{300BBFE4-BCA9-4058-8E03-4DA91EC3F658}" dt="2024-03-18T12:12:08.529" v="118" actId="20577"/>
          <ac:spMkLst>
            <pc:docMk/>
            <pc:sldMk cId="1035027063" sldId="776"/>
            <ac:spMk id="8" creationId="{8CD14236-B8BC-4000-9E87-12D3BABC533E}"/>
          </ac:spMkLst>
        </pc:spChg>
      </pc:sldChg>
      <pc:sldChg chg="del">
        <pc:chgData name="Gayathri, Balam                           Export License Required - US Collins" userId="a418286c-2093-41e7-a4d8-6b3d49c0c69e" providerId="ADAL" clId="{300BBFE4-BCA9-4058-8E03-4DA91EC3F658}" dt="2024-03-18T11:57:23.180" v="105" actId="2696"/>
        <pc:sldMkLst>
          <pc:docMk/>
          <pc:sldMk cId="3126391517" sldId="7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40316-3FB0-AC49-9724-FBCD29E0115A}" type="datetime1">
              <a:rPr lang="en-US" smtClean="0">
                <a:latin typeface="Arial Regular"/>
              </a:rPr>
              <a:t>10/8/2024</a:t>
            </a:fld>
            <a:endParaRPr lang="en-US" dirty="0">
              <a:latin typeface="Arial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889C-5E22-FE40-9F91-1D0E80D3B361}" type="slidenum">
              <a:rPr lang="en-US" smtClean="0">
                <a:latin typeface="Arial Regular"/>
              </a:rPr>
              <a:t>‹#›</a:t>
            </a:fld>
            <a:endParaRPr lang="en-US" dirty="0">
              <a:latin typeface="Aria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7995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4C892A5C-EED2-8E42-8700-2077C2BD4744}" type="datetime1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C5520F8E-B86B-724D-83FF-760051E34C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23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White">
    <p:bg>
      <p:bgRef idx="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E5225AB-9C68-48C0-B481-4F436A3B7308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229600" cy="568875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8355C-FA3B-4066-92A2-32029C5A17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7200" y="1261872"/>
            <a:ext cx="8229600" cy="3301320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spc="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spc="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 spc="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C8824-0868-4FA8-BAE4-101D6897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30C-B129-4981-BDF8-FCCAB3B2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9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557"/>
            <a:ext cx="8229600" cy="3531731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spc="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spc="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 spc="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E5EA4B-59AD-415B-8D7A-5804883562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F1E04-0B6C-4B81-9C54-243FC5DE3E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65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87E6DC-BC84-4C86-A9DE-0160AC1C9D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AD5D2E-A2AC-4899-90EB-41A4D9D521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E2829-C632-4D45-94B3-B004173EE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7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85A6D3-BFB1-4C67-96C5-155EB52E9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C15CF-47DB-495F-9FCC-9F29980C5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40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5A6B3B-BED3-47B7-ABC7-94D4715C51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F5C344-815E-4E6C-A632-35A2661C7C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FF72F07-E416-4EC9-BFB1-4C53521819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604ED8E-155F-4A46-8432-A06E849BF6D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27881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83E9807-3886-4F79-9EE8-B285427DC9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10333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C55EE-56F3-4C86-AA4D-E940CBB8B9F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8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5D5D8-5FFC-44B7-B3F9-A60157051E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9372DE6-DCF8-476C-A783-0468C55651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5D7251-2D12-4ED9-B64E-0883A8600C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0609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891B195-2B7F-4952-BE48-9C09438F1A3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1465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3834E-16A5-4F30-87AB-A27ECFD076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B3C81C-40F3-42DA-9512-9E80A45B22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9D82DC-4516-4CFC-A86F-BFEA28FF5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4"/>
            <a:ext cx="4040188" cy="3279504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45025" y="1315995"/>
            <a:ext cx="4040188" cy="3272941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22D29-83B6-4887-8B46-FACDF1A79E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9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D36293-A803-4765-A0C6-F9722EFE8E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BAAF-F2D1-459C-AC12-D3DB70C086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825543-6B7F-4B41-BD8C-976212A546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82028-C1CE-4B82-A985-EB48E9AC2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31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White | No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4572E7-7425-4C17-972B-9287FED039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0995-EA19-4990-AF4B-4097FA44D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787D3AD-A96D-41C2-BC61-0733E7B9DF8F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6164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1B13AE-08FF-4182-B13B-7EB8F4FA05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21514"/>
            <a:ext cx="8229600" cy="3141678"/>
          </a:xfr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spc="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spc="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 spc="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01E6AB-8035-CC44-8226-FB6BA86CD6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98B8D-DCA3-4BD6-A11A-ED3B7B2C6A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94BEA-A368-4593-9A57-A3D0128BB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This document does not include any export controlled technical data. | Collins Aerospace Proprietary.</a:t>
            </a:r>
          </a:p>
        </p:txBody>
      </p:sp>
    </p:spTree>
    <p:extLst>
      <p:ext uri="{BB962C8B-B14F-4D97-AF65-F5344CB8AC3E}">
        <p14:creationId xmlns:p14="http://schemas.microsoft.com/office/powerpoint/2010/main" val="4246960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034"/>
            <a:ext cx="8229600" cy="3498388"/>
          </a:xfrm>
        </p:spPr>
        <p:txBody>
          <a:bodyPr>
            <a:noAutofit/>
          </a:bodyPr>
          <a:lstStyle>
            <a:lvl1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spc="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spc="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 spc="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9B8D00-5DA5-4638-B20A-F06736E623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05BD7-0FC8-4CFC-8B71-3CC33B9FB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0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A13725E-EEC9-A541-A129-451A9DC795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D23D9B-E365-4390-B4C2-73EC374CA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FBCDF-CD63-4BEF-BE6A-CD05B5151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13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4F9EE2-4406-4C21-92F4-F3E5A020A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D45E3-18F7-4B84-9FB9-181D23BEC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79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7EED0EA-774D-0F41-A218-DE820FFCF14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A25B962-B6D5-E443-8523-A4362723BE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310700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303EEA9-2941-B74E-9117-7A9AD13BCA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42217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09CE1B-EC33-4340-989A-4E157D4BA7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FD6C8-43BC-4102-ACE7-BF469C8BBA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BDE68-94B6-4E33-A15B-7D0201FF59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31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F40DBD9-649C-9E44-A365-E9AF1300EC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1115DFFC-CD2E-F041-805B-96932B19DA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4206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5025509D-C23E-E24C-9625-BD927A967C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5062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pc="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21283D-BD12-4875-AF80-4F52F686B3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F32B8-F448-4736-85DD-63E5A177F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0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44BBBB-5C96-3A4C-B91C-AC2AB125BB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401187-5DE5-46F5-BE19-2596CA0E38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3"/>
            <a:ext cx="4040188" cy="3245637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5025" y="1315995"/>
            <a:ext cx="4040188" cy="3239142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ED366-2A05-459B-9DF8-5BF698B7A4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A64F6-4B15-444C-BB90-5F5E8F3B38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 spc="0"/>
            </a:lvl1pPr>
            <a:lvl2pPr>
              <a:buClr>
                <a:schemeClr val="accent1"/>
              </a:buClr>
              <a:defRPr sz="1400" spc="0"/>
            </a:lvl2pPr>
            <a:lvl3pPr>
              <a:buClr>
                <a:schemeClr val="accent1"/>
              </a:buClr>
              <a:defRPr sz="1200" spc="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9F715-BBA8-46EE-81BA-5AB0ECF70A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45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A440C-5DF3-4DDD-A00A-84F8F4748E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E18CA-2E4A-41D9-B678-28F90E51E0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1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Black |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C24002-EE42-4430-9A4A-6C0B504FE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FB2B-E08A-4F60-8C05-86602CA65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3DD90CB-1EDF-48E1-BC72-0C5983054F42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48589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mbardier Challe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"/>
            <a:ext cx="9144000" cy="514502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E1708-9243-4A88-A0A5-D260B7B623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>
                <a:cs typeface="DIN-Light"/>
              </a:rPr>
              <a:t>This document does not include any export controlled technical data. | Collins Aerospace Proprietary.</a:t>
            </a:r>
            <a:endParaRPr 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397E52E-98A3-4984-931D-1E63DCDB9A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41" name="Footer Placeholder 3">
            <a:extLst>
              <a:ext uri="{FF2B5EF4-FFF2-40B4-BE49-F238E27FC236}">
                <a16:creationId xmlns:a16="http://schemas.microsoft.com/office/drawing/2014/main" id="{429F49EF-383E-43F9-9E97-7A0B53287D22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bg1"/>
                </a:solidFill>
              </a:rPr>
              <a:t>Collins Aerospace</a:t>
            </a:r>
            <a:endParaRPr lang="en-US" spc="0" baseline="0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42" name="Logo">
            <a:extLst>
              <a:ext uri="{FF2B5EF4-FFF2-40B4-BE49-F238E27FC236}">
                <a16:creationId xmlns:a16="http://schemas.microsoft.com/office/drawing/2014/main" id="{D53113AF-C9CA-4D81-B08C-462C910D307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7360" y="4698476"/>
            <a:ext cx="1565938" cy="265176"/>
          </a:xfrm>
          <a:custGeom>
            <a:avLst/>
            <a:gdLst>
              <a:gd name="T0" fmla="*/ 1871 w 1887"/>
              <a:gd name="T1" fmla="*/ 204 h 319"/>
              <a:gd name="T2" fmla="*/ 1811 w 1887"/>
              <a:gd name="T3" fmla="*/ 126 h 319"/>
              <a:gd name="T4" fmla="*/ 1886 w 1887"/>
              <a:gd name="T5" fmla="*/ 168 h 319"/>
              <a:gd name="T6" fmla="*/ 1779 w 1887"/>
              <a:gd name="T7" fmla="*/ 204 h 319"/>
              <a:gd name="T8" fmla="*/ 1728 w 1887"/>
              <a:gd name="T9" fmla="*/ 126 h 319"/>
              <a:gd name="T10" fmla="*/ 1751 w 1887"/>
              <a:gd name="T11" fmla="*/ 146 h 319"/>
              <a:gd name="T12" fmla="*/ 1656 w 1887"/>
              <a:gd name="T13" fmla="*/ 179 h 319"/>
              <a:gd name="T14" fmla="*/ 1643 w 1887"/>
              <a:gd name="T15" fmla="*/ 174 h 319"/>
              <a:gd name="T16" fmla="*/ 1611 w 1887"/>
              <a:gd name="T17" fmla="*/ 141 h 319"/>
              <a:gd name="T18" fmla="*/ 1703 w 1887"/>
              <a:gd name="T19" fmla="*/ 115 h 319"/>
              <a:gd name="T20" fmla="*/ 1562 w 1887"/>
              <a:gd name="T21" fmla="*/ 174 h 319"/>
              <a:gd name="T22" fmla="*/ 1549 w 1887"/>
              <a:gd name="T23" fmla="*/ 179 h 319"/>
              <a:gd name="T24" fmla="*/ 1587 w 1887"/>
              <a:gd name="T25" fmla="*/ 126 h 319"/>
              <a:gd name="T26" fmla="*/ 1543 w 1887"/>
              <a:gd name="T27" fmla="*/ 204 h 319"/>
              <a:gd name="T28" fmla="*/ 1448 w 1887"/>
              <a:gd name="T29" fmla="*/ 145 h 319"/>
              <a:gd name="T30" fmla="*/ 1414 w 1887"/>
              <a:gd name="T31" fmla="*/ 198 h 319"/>
              <a:gd name="T32" fmla="*/ 1452 w 1887"/>
              <a:gd name="T33" fmla="*/ 173 h 319"/>
              <a:gd name="T34" fmla="*/ 1453 w 1887"/>
              <a:gd name="T35" fmla="*/ 113 h 319"/>
              <a:gd name="T36" fmla="*/ 1370 w 1887"/>
              <a:gd name="T37" fmla="*/ 175 h 319"/>
              <a:gd name="T38" fmla="*/ 1356 w 1887"/>
              <a:gd name="T39" fmla="*/ 181 h 319"/>
              <a:gd name="T40" fmla="*/ 1321 w 1887"/>
              <a:gd name="T41" fmla="*/ 126 h 319"/>
              <a:gd name="T42" fmla="*/ 1401 w 1887"/>
              <a:gd name="T43" fmla="*/ 178 h 319"/>
              <a:gd name="T44" fmla="*/ 1278 w 1887"/>
              <a:gd name="T45" fmla="*/ 118 h 319"/>
              <a:gd name="T46" fmla="*/ 1270 w 1887"/>
              <a:gd name="T47" fmla="*/ 204 h 319"/>
              <a:gd name="T48" fmla="*/ 1195 w 1887"/>
              <a:gd name="T49" fmla="*/ 150 h 319"/>
              <a:gd name="T50" fmla="*/ 1134 w 1887"/>
              <a:gd name="T51" fmla="*/ 160 h 319"/>
              <a:gd name="T52" fmla="*/ 1221 w 1887"/>
              <a:gd name="T53" fmla="*/ 138 h 319"/>
              <a:gd name="T54" fmla="*/ 1224 w 1887"/>
              <a:gd name="T55" fmla="*/ 197 h 319"/>
              <a:gd name="T56" fmla="*/ 1133 w 1887"/>
              <a:gd name="T57" fmla="*/ 204 h 319"/>
              <a:gd name="T58" fmla="*/ 921 w 1887"/>
              <a:gd name="T59" fmla="*/ 135 h 319"/>
              <a:gd name="T60" fmla="*/ 915 w 1887"/>
              <a:gd name="T61" fmla="*/ 207 h 319"/>
              <a:gd name="T62" fmla="*/ 924 w 1887"/>
              <a:gd name="T63" fmla="*/ 176 h 319"/>
              <a:gd name="T64" fmla="*/ 881 w 1887"/>
              <a:gd name="T65" fmla="*/ 141 h 319"/>
              <a:gd name="T66" fmla="*/ 921 w 1887"/>
              <a:gd name="T67" fmla="*/ 135 h 319"/>
              <a:gd name="T68" fmla="*/ 866 w 1887"/>
              <a:gd name="T69" fmla="*/ 150 h 319"/>
              <a:gd name="T70" fmla="*/ 810 w 1887"/>
              <a:gd name="T71" fmla="*/ 204 h 319"/>
              <a:gd name="T72" fmla="*/ 729 w 1887"/>
              <a:gd name="T73" fmla="*/ 115 h 319"/>
              <a:gd name="T74" fmla="*/ 762 w 1887"/>
              <a:gd name="T75" fmla="*/ 85 h 319"/>
              <a:gd name="T76" fmla="*/ 676 w 1887"/>
              <a:gd name="T77" fmla="*/ 73 h 319"/>
              <a:gd name="T78" fmla="*/ 578 w 1887"/>
              <a:gd name="T79" fmla="*/ 175 h 319"/>
              <a:gd name="T80" fmla="*/ 564 w 1887"/>
              <a:gd name="T81" fmla="*/ 181 h 319"/>
              <a:gd name="T82" fmla="*/ 529 w 1887"/>
              <a:gd name="T83" fmla="*/ 125 h 319"/>
              <a:gd name="T84" fmla="*/ 609 w 1887"/>
              <a:gd name="T85" fmla="*/ 178 h 319"/>
              <a:gd name="T86" fmla="*/ 432 w 1887"/>
              <a:gd name="T87" fmla="*/ 201 h 319"/>
              <a:gd name="T88" fmla="*/ 464 w 1887"/>
              <a:gd name="T89" fmla="*/ 72 h 319"/>
              <a:gd name="T90" fmla="*/ 480 w 1887"/>
              <a:gd name="T91" fmla="*/ 104 h 319"/>
              <a:gd name="T92" fmla="*/ 449 w 1887"/>
              <a:gd name="T93" fmla="*/ 173 h 319"/>
              <a:gd name="T94" fmla="*/ 154 w 1887"/>
              <a:gd name="T95" fmla="*/ 95 h 319"/>
              <a:gd name="T96" fmla="*/ 122 w 1887"/>
              <a:gd name="T97" fmla="*/ 107 h 319"/>
              <a:gd name="T98" fmla="*/ 95 w 1887"/>
              <a:gd name="T99" fmla="*/ 160 h 319"/>
              <a:gd name="T100" fmla="*/ 30 w 1887"/>
              <a:gd name="T101" fmla="*/ 253 h 319"/>
              <a:gd name="T102" fmla="*/ 146 w 1887"/>
              <a:gd name="T103" fmla="*/ 319 h 319"/>
              <a:gd name="T104" fmla="*/ 220 w 1887"/>
              <a:gd name="T105" fmla="*/ 231 h 319"/>
              <a:gd name="T106" fmla="*/ 318 w 1887"/>
              <a:gd name="T107" fmla="*/ 177 h 319"/>
              <a:gd name="T108" fmla="*/ 13 w 1887"/>
              <a:gd name="T109" fmla="*/ 96 h 319"/>
              <a:gd name="T110" fmla="*/ 280 w 1887"/>
              <a:gd name="T111" fmla="*/ 54 h 319"/>
              <a:gd name="T112" fmla="*/ 42 w 1887"/>
              <a:gd name="T113" fmla="*/ 50 h 319"/>
              <a:gd name="T114" fmla="*/ 183 w 1887"/>
              <a:gd name="T11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87" h="319">
                <a:moveTo>
                  <a:pt x="1859" y="150"/>
                </a:moveTo>
                <a:cubicBezTo>
                  <a:pt x="1858" y="145"/>
                  <a:pt x="1856" y="142"/>
                  <a:pt x="1854" y="139"/>
                </a:cubicBezTo>
                <a:cubicBezTo>
                  <a:pt x="1851" y="136"/>
                  <a:pt x="1848" y="135"/>
                  <a:pt x="1844" y="135"/>
                </a:cubicBezTo>
                <a:cubicBezTo>
                  <a:pt x="1835" y="135"/>
                  <a:pt x="1830" y="140"/>
                  <a:pt x="1828" y="150"/>
                </a:cubicBezTo>
                <a:lnTo>
                  <a:pt x="1859" y="150"/>
                </a:lnTo>
                <a:close/>
                <a:moveTo>
                  <a:pt x="1887" y="197"/>
                </a:moveTo>
                <a:cubicBezTo>
                  <a:pt x="1883" y="200"/>
                  <a:pt x="1877" y="203"/>
                  <a:pt x="1871" y="204"/>
                </a:cubicBezTo>
                <a:cubicBezTo>
                  <a:pt x="1865" y="206"/>
                  <a:pt x="1858" y="207"/>
                  <a:pt x="1851" y="207"/>
                </a:cubicBezTo>
                <a:cubicBezTo>
                  <a:pt x="1843" y="207"/>
                  <a:pt x="1835" y="206"/>
                  <a:pt x="1829" y="203"/>
                </a:cubicBezTo>
                <a:cubicBezTo>
                  <a:pt x="1822" y="201"/>
                  <a:pt x="1817" y="198"/>
                  <a:pt x="1812" y="194"/>
                </a:cubicBezTo>
                <a:cubicBezTo>
                  <a:pt x="1807" y="190"/>
                  <a:pt x="1804" y="185"/>
                  <a:pt x="1801" y="179"/>
                </a:cubicBezTo>
                <a:cubicBezTo>
                  <a:pt x="1799" y="173"/>
                  <a:pt x="1798" y="167"/>
                  <a:pt x="1798" y="160"/>
                </a:cubicBezTo>
                <a:cubicBezTo>
                  <a:pt x="1798" y="153"/>
                  <a:pt x="1799" y="146"/>
                  <a:pt x="1801" y="141"/>
                </a:cubicBezTo>
                <a:cubicBezTo>
                  <a:pt x="1803" y="135"/>
                  <a:pt x="1806" y="130"/>
                  <a:pt x="1811" y="126"/>
                </a:cubicBezTo>
                <a:cubicBezTo>
                  <a:pt x="1815" y="122"/>
                  <a:pt x="1820" y="118"/>
                  <a:pt x="1825" y="116"/>
                </a:cubicBezTo>
                <a:cubicBezTo>
                  <a:pt x="1831" y="114"/>
                  <a:pt x="1837" y="113"/>
                  <a:pt x="1844" y="113"/>
                </a:cubicBezTo>
                <a:cubicBezTo>
                  <a:pt x="1851" y="113"/>
                  <a:pt x="1857" y="114"/>
                  <a:pt x="1862" y="116"/>
                </a:cubicBezTo>
                <a:cubicBezTo>
                  <a:pt x="1867" y="118"/>
                  <a:pt x="1872" y="121"/>
                  <a:pt x="1876" y="125"/>
                </a:cubicBezTo>
                <a:cubicBezTo>
                  <a:pt x="1880" y="128"/>
                  <a:pt x="1882" y="133"/>
                  <a:pt x="1884" y="138"/>
                </a:cubicBezTo>
                <a:cubicBezTo>
                  <a:pt x="1886" y="144"/>
                  <a:pt x="1887" y="150"/>
                  <a:pt x="1887" y="157"/>
                </a:cubicBezTo>
                <a:cubicBezTo>
                  <a:pt x="1887" y="161"/>
                  <a:pt x="1887" y="165"/>
                  <a:pt x="1886" y="168"/>
                </a:cubicBezTo>
                <a:cubicBezTo>
                  <a:pt x="1828" y="168"/>
                  <a:pt x="1828" y="168"/>
                  <a:pt x="1828" y="168"/>
                </a:cubicBezTo>
                <a:cubicBezTo>
                  <a:pt x="1831" y="178"/>
                  <a:pt x="1840" y="183"/>
                  <a:pt x="1854" y="183"/>
                </a:cubicBezTo>
                <a:cubicBezTo>
                  <a:pt x="1858" y="183"/>
                  <a:pt x="1862" y="182"/>
                  <a:pt x="1866" y="181"/>
                </a:cubicBezTo>
                <a:cubicBezTo>
                  <a:pt x="1870" y="180"/>
                  <a:pt x="1874" y="179"/>
                  <a:pt x="1877" y="178"/>
                </a:cubicBezTo>
                <a:lnTo>
                  <a:pt x="1887" y="197"/>
                </a:lnTo>
                <a:close/>
                <a:moveTo>
                  <a:pt x="1794" y="198"/>
                </a:moveTo>
                <a:cubicBezTo>
                  <a:pt x="1790" y="201"/>
                  <a:pt x="1785" y="203"/>
                  <a:pt x="1779" y="204"/>
                </a:cubicBezTo>
                <a:cubicBezTo>
                  <a:pt x="1774" y="206"/>
                  <a:pt x="1769" y="206"/>
                  <a:pt x="1763" y="206"/>
                </a:cubicBezTo>
                <a:cubicBezTo>
                  <a:pt x="1755" y="206"/>
                  <a:pt x="1748" y="205"/>
                  <a:pt x="1742" y="203"/>
                </a:cubicBezTo>
                <a:cubicBezTo>
                  <a:pt x="1736" y="201"/>
                  <a:pt x="1731" y="198"/>
                  <a:pt x="1727" y="194"/>
                </a:cubicBezTo>
                <a:cubicBezTo>
                  <a:pt x="1723" y="190"/>
                  <a:pt x="1719" y="185"/>
                  <a:pt x="1717" y="179"/>
                </a:cubicBezTo>
                <a:cubicBezTo>
                  <a:pt x="1715" y="173"/>
                  <a:pt x="1714" y="167"/>
                  <a:pt x="1714" y="160"/>
                </a:cubicBezTo>
                <a:cubicBezTo>
                  <a:pt x="1714" y="153"/>
                  <a:pt x="1715" y="147"/>
                  <a:pt x="1718" y="141"/>
                </a:cubicBezTo>
                <a:cubicBezTo>
                  <a:pt x="1720" y="135"/>
                  <a:pt x="1723" y="130"/>
                  <a:pt x="1728" y="126"/>
                </a:cubicBezTo>
                <a:cubicBezTo>
                  <a:pt x="1732" y="122"/>
                  <a:pt x="1737" y="119"/>
                  <a:pt x="1743" y="116"/>
                </a:cubicBezTo>
                <a:cubicBezTo>
                  <a:pt x="1749" y="114"/>
                  <a:pt x="1756" y="113"/>
                  <a:pt x="1763" y="113"/>
                </a:cubicBezTo>
                <a:cubicBezTo>
                  <a:pt x="1773" y="113"/>
                  <a:pt x="1781" y="115"/>
                  <a:pt x="1788" y="118"/>
                </a:cubicBezTo>
                <a:cubicBezTo>
                  <a:pt x="1784" y="144"/>
                  <a:pt x="1784" y="144"/>
                  <a:pt x="1784" y="144"/>
                </a:cubicBezTo>
                <a:cubicBezTo>
                  <a:pt x="1782" y="143"/>
                  <a:pt x="1779" y="142"/>
                  <a:pt x="1775" y="141"/>
                </a:cubicBezTo>
                <a:cubicBezTo>
                  <a:pt x="1772" y="141"/>
                  <a:pt x="1769" y="140"/>
                  <a:pt x="1767" y="140"/>
                </a:cubicBezTo>
                <a:cubicBezTo>
                  <a:pt x="1760" y="140"/>
                  <a:pt x="1755" y="142"/>
                  <a:pt x="1751" y="146"/>
                </a:cubicBezTo>
                <a:cubicBezTo>
                  <a:pt x="1747" y="149"/>
                  <a:pt x="1745" y="154"/>
                  <a:pt x="1745" y="160"/>
                </a:cubicBezTo>
                <a:cubicBezTo>
                  <a:pt x="1745" y="166"/>
                  <a:pt x="1747" y="170"/>
                  <a:pt x="1751" y="174"/>
                </a:cubicBezTo>
                <a:cubicBezTo>
                  <a:pt x="1755" y="177"/>
                  <a:pt x="1760" y="179"/>
                  <a:pt x="1767" y="179"/>
                </a:cubicBezTo>
                <a:cubicBezTo>
                  <a:pt x="1770" y="179"/>
                  <a:pt x="1772" y="179"/>
                  <a:pt x="1775" y="178"/>
                </a:cubicBezTo>
                <a:cubicBezTo>
                  <a:pt x="1778" y="178"/>
                  <a:pt x="1780" y="177"/>
                  <a:pt x="1782" y="176"/>
                </a:cubicBezTo>
                <a:lnTo>
                  <a:pt x="1794" y="198"/>
                </a:lnTo>
                <a:close/>
                <a:moveTo>
                  <a:pt x="1656" y="179"/>
                </a:moveTo>
                <a:cubicBezTo>
                  <a:pt x="1662" y="179"/>
                  <a:pt x="1666" y="177"/>
                  <a:pt x="1669" y="174"/>
                </a:cubicBezTo>
                <a:cubicBezTo>
                  <a:pt x="1673" y="170"/>
                  <a:pt x="1674" y="165"/>
                  <a:pt x="1674" y="160"/>
                </a:cubicBezTo>
                <a:cubicBezTo>
                  <a:pt x="1674" y="154"/>
                  <a:pt x="1673" y="149"/>
                  <a:pt x="1669" y="145"/>
                </a:cubicBezTo>
                <a:cubicBezTo>
                  <a:pt x="1666" y="142"/>
                  <a:pt x="1662" y="140"/>
                  <a:pt x="1656" y="140"/>
                </a:cubicBezTo>
                <a:cubicBezTo>
                  <a:pt x="1651" y="140"/>
                  <a:pt x="1647" y="142"/>
                  <a:pt x="1643" y="145"/>
                </a:cubicBezTo>
                <a:cubicBezTo>
                  <a:pt x="1640" y="149"/>
                  <a:pt x="1638" y="154"/>
                  <a:pt x="1638" y="160"/>
                </a:cubicBezTo>
                <a:cubicBezTo>
                  <a:pt x="1638" y="165"/>
                  <a:pt x="1640" y="170"/>
                  <a:pt x="1643" y="174"/>
                </a:cubicBezTo>
                <a:cubicBezTo>
                  <a:pt x="1647" y="177"/>
                  <a:pt x="1651" y="179"/>
                  <a:pt x="1656" y="179"/>
                </a:cubicBezTo>
                <a:moveTo>
                  <a:pt x="1648" y="207"/>
                </a:moveTo>
                <a:cubicBezTo>
                  <a:pt x="1642" y="207"/>
                  <a:pt x="1637" y="206"/>
                  <a:pt x="1632" y="203"/>
                </a:cubicBezTo>
                <a:cubicBezTo>
                  <a:pt x="1627" y="201"/>
                  <a:pt x="1622" y="198"/>
                  <a:pt x="1619" y="194"/>
                </a:cubicBezTo>
                <a:cubicBezTo>
                  <a:pt x="1615" y="189"/>
                  <a:pt x="1613" y="185"/>
                  <a:pt x="1611" y="179"/>
                </a:cubicBezTo>
                <a:cubicBezTo>
                  <a:pt x="1609" y="173"/>
                  <a:pt x="1608" y="167"/>
                  <a:pt x="1608" y="160"/>
                </a:cubicBezTo>
                <a:cubicBezTo>
                  <a:pt x="1608" y="153"/>
                  <a:pt x="1609" y="147"/>
                  <a:pt x="1611" y="141"/>
                </a:cubicBezTo>
                <a:cubicBezTo>
                  <a:pt x="1613" y="135"/>
                  <a:pt x="1616" y="130"/>
                  <a:pt x="1619" y="126"/>
                </a:cubicBezTo>
                <a:cubicBezTo>
                  <a:pt x="1623" y="122"/>
                  <a:pt x="1627" y="119"/>
                  <a:pt x="1633" y="116"/>
                </a:cubicBezTo>
                <a:cubicBezTo>
                  <a:pt x="1638" y="114"/>
                  <a:pt x="1643" y="113"/>
                  <a:pt x="1649" y="113"/>
                </a:cubicBezTo>
                <a:cubicBezTo>
                  <a:pt x="1654" y="113"/>
                  <a:pt x="1659" y="114"/>
                  <a:pt x="1663" y="116"/>
                </a:cubicBezTo>
                <a:cubicBezTo>
                  <a:pt x="1668" y="118"/>
                  <a:pt x="1671" y="122"/>
                  <a:pt x="1674" y="126"/>
                </a:cubicBezTo>
                <a:cubicBezTo>
                  <a:pt x="1674" y="115"/>
                  <a:pt x="1674" y="115"/>
                  <a:pt x="1674" y="115"/>
                </a:cubicBezTo>
                <a:cubicBezTo>
                  <a:pt x="1703" y="115"/>
                  <a:pt x="1703" y="115"/>
                  <a:pt x="1703" y="115"/>
                </a:cubicBezTo>
                <a:cubicBezTo>
                  <a:pt x="1703" y="204"/>
                  <a:pt x="1703" y="204"/>
                  <a:pt x="1703" y="204"/>
                </a:cubicBezTo>
                <a:cubicBezTo>
                  <a:pt x="1674" y="204"/>
                  <a:pt x="1674" y="204"/>
                  <a:pt x="1674" y="204"/>
                </a:cubicBezTo>
                <a:cubicBezTo>
                  <a:pt x="1674" y="194"/>
                  <a:pt x="1674" y="194"/>
                  <a:pt x="1674" y="194"/>
                </a:cubicBezTo>
                <a:cubicBezTo>
                  <a:pt x="1671" y="198"/>
                  <a:pt x="1668" y="201"/>
                  <a:pt x="1663" y="203"/>
                </a:cubicBezTo>
                <a:cubicBezTo>
                  <a:pt x="1659" y="206"/>
                  <a:pt x="1654" y="207"/>
                  <a:pt x="1648" y="207"/>
                </a:cubicBezTo>
                <a:moveTo>
                  <a:pt x="1549" y="179"/>
                </a:moveTo>
                <a:cubicBezTo>
                  <a:pt x="1554" y="179"/>
                  <a:pt x="1559" y="177"/>
                  <a:pt x="1562" y="174"/>
                </a:cubicBezTo>
                <a:cubicBezTo>
                  <a:pt x="1565" y="170"/>
                  <a:pt x="1567" y="165"/>
                  <a:pt x="1567" y="160"/>
                </a:cubicBezTo>
                <a:cubicBezTo>
                  <a:pt x="1567" y="154"/>
                  <a:pt x="1565" y="149"/>
                  <a:pt x="1562" y="145"/>
                </a:cubicBezTo>
                <a:cubicBezTo>
                  <a:pt x="1559" y="142"/>
                  <a:pt x="1554" y="140"/>
                  <a:pt x="1549" y="140"/>
                </a:cubicBezTo>
                <a:cubicBezTo>
                  <a:pt x="1544" y="140"/>
                  <a:pt x="1540" y="142"/>
                  <a:pt x="1536" y="145"/>
                </a:cubicBezTo>
                <a:cubicBezTo>
                  <a:pt x="1533" y="149"/>
                  <a:pt x="1531" y="154"/>
                  <a:pt x="1531" y="160"/>
                </a:cubicBezTo>
                <a:cubicBezTo>
                  <a:pt x="1531" y="165"/>
                  <a:pt x="1533" y="170"/>
                  <a:pt x="1536" y="174"/>
                </a:cubicBezTo>
                <a:cubicBezTo>
                  <a:pt x="1540" y="177"/>
                  <a:pt x="1544" y="179"/>
                  <a:pt x="1549" y="179"/>
                </a:cubicBezTo>
                <a:moveTo>
                  <a:pt x="1502" y="115"/>
                </a:moveTo>
                <a:cubicBezTo>
                  <a:pt x="1531" y="115"/>
                  <a:pt x="1531" y="115"/>
                  <a:pt x="1531" y="115"/>
                </a:cubicBezTo>
                <a:cubicBezTo>
                  <a:pt x="1531" y="125"/>
                  <a:pt x="1531" y="125"/>
                  <a:pt x="1531" y="125"/>
                </a:cubicBezTo>
                <a:cubicBezTo>
                  <a:pt x="1534" y="121"/>
                  <a:pt x="1538" y="118"/>
                  <a:pt x="1542" y="116"/>
                </a:cubicBezTo>
                <a:cubicBezTo>
                  <a:pt x="1547" y="114"/>
                  <a:pt x="1552" y="113"/>
                  <a:pt x="1558" y="113"/>
                </a:cubicBezTo>
                <a:cubicBezTo>
                  <a:pt x="1563" y="113"/>
                  <a:pt x="1569" y="114"/>
                  <a:pt x="1574" y="116"/>
                </a:cubicBezTo>
                <a:cubicBezTo>
                  <a:pt x="1579" y="118"/>
                  <a:pt x="1583" y="122"/>
                  <a:pt x="1587" y="126"/>
                </a:cubicBezTo>
                <a:cubicBezTo>
                  <a:pt x="1590" y="130"/>
                  <a:pt x="1593" y="135"/>
                  <a:pt x="1595" y="140"/>
                </a:cubicBezTo>
                <a:cubicBezTo>
                  <a:pt x="1597" y="146"/>
                  <a:pt x="1598" y="152"/>
                  <a:pt x="1598" y="159"/>
                </a:cubicBezTo>
                <a:cubicBezTo>
                  <a:pt x="1598" y="166"/>
                  <a:pt x="1597" y="172"/>
                  <a:pt x="1595" y="178"/>
                </a:cubicBezTo>
                <a:cubicBezTo>
                  <a:pt x="1593" y="184"/>
                  <a:pt x="1590" y="189"/>
                  <a:pt x="1586" y="193"/>
                </a:cubicBezTo>
                <a:cubicBezTo>
                  <a:pt x="1582" y="197"/>
                  <a:pt x="1578" y="201"/>
                  <a:pt x="1573" y="203"/>
                </a:cubicBezTo>
                <a:cubicBezTo>
                  <a:pt x="1568" y="205"/>
                  <a:pt x="1563" y="207"/>
                  <a:pt x="1557" y="207"/>
                </a:cubicBezTo>
                <a:cubicBezTo>
                  <a:pt x="1552" y="207"/>
                  <a:pt x="1547" y="206"/>
                  <a:pt x="1543" y="204"/>
                </a:cubicBezTo>
                <a:cubicBezTo>
                  <a:pt x="1539" y="202"/>
                  <a:pt x="1536" y="199"/>
                  <a:pt x="1533" y="196"/>
                </a:cubicBezTo>
                <a:cubicBezTo>
                  <a:pt x="1533" y="243"/>
                  <a:pt x="1533" y="243"/>
                  <a:pt x="1533" y="243"/>
                </a:cubicBezTo>
                <a:cubicBezTo>
                  <a:pt x="1502" y="243"/>
                  <a:pt x="1502" y="243"/>
                  <a:pt x="1502" y="243"/>
                </a:cubicBezTo>
                <a:lnTo>
                  <a:pt x="1502" y="115"/>
                </a:lnTo>
                <a:close/>
                <a:moveTo>
                  <a:pt x="1455" y="135"/>
                </a:moveTo>
                <a:cubicBezTo>
                  <a:pt x="1449" y="135"/>
                  <a:pt x="1445" y="137"/>
                  <a:pt x="1445" y="140"/>
                </a:cubicBezTo>
                <a:cubicBezTo>
                  <a:pt x="1445" y="142"/>
                  <a:pt x="1446" y="144"/>
                  <a:pt x="1448" y="145"/>
                </a:cubicBezTo>
                <a:cubicBezTo>
                  <a:pt x="1450" y="146"/>
                  <a:pt x="1454" y="147"/>
                  <a:pt x="1459" y="148"/>
                </a:cubicBezTo>
                <a:cubicBezTo>
                  <a:pt x="1469" y="151"/>
                  <a:pt x="1477" y="154"/>
                  <a:pt x="1482" y="159"/>
                </a:cubicBezTo>
                <a:cubicBezTo>
                  <a:pt x="1487" y="164"/>
                  <a:pt x="1489" y="170"/>
                  <a:pt x="1489" y="179"/>
                </a:cubicBezTo>
                <a:cubicBezTo>
                  <a:pt x="1489" y="187"/>
                  <a:pt x="1486" y="194"/>
                  <a:pt x="1479" y="199"/>
                </a:cubicBezTo>
                <a:cubicBezTo>
                  <a:pt x="1472" y="204"/>
                  <a:pt x="1462" y="207"/>
                  <a:pt x="1449" y="207"/>
                </a:cubicBezTo>
                <a:cubicBezTo>
                  <a:pt x="1442" y="207"/>
                  <a:pt x="1436" y="206"/>
                  <a:pt x="1429" y="204"/>
                </a:cubicBezTo>
                <a:cubicBezTo>
                  <a:pt x="1423" y="203"/>
                  <a:pt x="1418" y="201"/>
                  <a:pt x="1414" y="198"/>
                </a:cubicBezTo>
                <a:cubicBezTo>
                  <a:pt x="1424" y="180"/>
                  <a:pt x="1424" y="180"/>
                  <a:pt x="1424" y="180"/>
                </a:cubicBezTo>
                <a:cubicBezTo>
                  <a:pt x="1427" y="181"/>
                  <a:pt x="1431" y="182"/>
                  <a:pt x="1436" y="183"/>
                </a:cubicBezTo>
                <a:cubicBezTo>
                  <a:pt x="1440" y="184"/>
                  <a:pt x="1444" y="184"/>
                  <a:pt x="1447" y="184"/>
                </a:cubicBezTo>
                <a:cubicBezTo>
                  <a:pt x="1455" y="184"/>
                  <a:pt x="1458" y="182"/>
                  <a:pt x="1458" y="179"/>
                </a:cubicBezTo>
                <a:cubicBezTo>
                  <a:pt x="1458" y="178"/>
                  <a:pt x="1458" y="177"/>
                  <a:pt x="1458" y="176"/>
                </a:cubicBezTo>
                <a:cubicBezTo>
                  <a:pt x="1458" y="176"/>
                  <a:pt x="1457" y="175"/>
                  <a:pt x="1456" y="175"/>
                </a:cubicBezTo>
                <a:cubicBezTo>
                  <a:pt x="1455" y="174"/>
                  <a:pt x="1454" y="173"/>
                  <a:pt x="1452" y="173"/>
                </a:cubicBezTo>
                <a:cubicBezTo>
                  <a:pt x="1450" y="172"/>
                  <a:pt x="1448" y="172"/>
                  <a:pt x="1445" y="171"/>
                </a:cubicBezTo>
                <a:cubicBezTo>
                  <a:pt x="1440" y="170"/>
                  <a:pt x="1435" y="168"/>
                  <a:pt x="1432" y="166"/>
                </a:cubicBezTo>
                <a:cubicBezTo>
                  <a:pt x="1428" y="164"/>
                  <a:pt x="1425" y="162"/>
                  <a:pt x="1422" y="160"/>
                </a:cubicBezTo>
                <a:cubicBezTo>
                  <a:pt x="1420" y="157"/>
                  <a:pt x="1418" y="155"/>
                  <a:pt x="1417" y="152"/>
                </a:cubicBezTo>
                <a:cubicBezTo>
                  <a:pt x="1416" y="148"/>
                  <a:pt x="1415" y="145"/>
                  <a:pt x="1415" y="141"/>
                </a:cubicBezTo>
                <a:cubicBezTo>
                  <a:pt x="1415" y="132"/>
                  <a:pt x="1418" y="125"/>
                  <a:pt x="1425" y="120"/>
                </a:cubicBezTo>
                <a:cubicBezTo>
                  <a:pt x="1432" y="115"/>
                  <a:pt x="1441" y="113"/>
                  <a:pt x="1453" y="113"/>
                </a:cubicBezTo>
                <a:cubicBezTo>
                  <a:pt x="1459" y="113"/>
                  <a:pt x="1465" y="113"/>
                  <a:pt x="1471" y="115"/>
                </a:cubicBezTo>
                <a:cubicBezTo>
                  <a:pt x="1476" y="116"/>
                  <a:pt x="1481" y="117"/>
                  <a:pt x="1485" y="120"/>
                </a:cubicBezTo>
                <a:cubicBezTo>
                  <a:pt x="1482" y="142"/>
                  <a:pt x="1482" y="142"/>
                  <a:pt x="1482" y="142"/>
                </a:cubicBezTo>
                <a:cubicBezTo>
                  <a:pt x="1478" y="140"/>
                  <a:pt x="1473" y="138"/>
                  <a:pt x="1468" y="137"/>
                </a:cubicBezTo>
                <a:cubicBezTo>
                  <a:pt x="1464" y="136"/>
                  <a:pt x="1459" y="135"/>
                  <a:pt x="1455" y="135"/>
                </a:cubicBezTo>
                <a:moveTo>
                  <a:pt x="1356" y="181"/>
                </a:moveTo>
                <a:cubicBezTo>
                  <a:pt x="1362" y="181"/>
                  <a:pt x="1366" y="179"/>
                  <a:pt x="1370" y="175"/>
                </a:cubicBezTo>
                <a:cubicBezTo>
                  <a:pt x="1373" y="171"/>
                  <a:pt x="1375" y="166"/>
                  <a:pt x="1375" y="160"/>
                </a:cubicBezTo>
                <a:cubicBezTo>
                  <a:pt x="1375" y="153"/>
                  <a:pt x="1373" y="148"/>
                  <a:pt x="1370" y="144"/>
                </a:cubicBezTo>
                <a:cubicBezTo>
                  <a:pt x="1366" y="140"/>
                  <a:pt x="1362" y="139"/>
                  <a:pt x="1356" y="139"/>
                </a:cubicBezTo>
                <a:cubicBezTo>
                  <a:pt x="1350" y="139"/>
                  <a:pt x="1345" y="140"/>
                  <a:pt x="1342" y="144"/>
                </a:cubicBezTo>
                <a:cubicBezTo>
                  <a:pt x="1338" y="148"/>
                  <a:pt x="1337" y="153"/>
                  <a:pt x="1337" y="160"/>
                </a:cubicBezTo>
                <a:cubicBezTo>
                  <a:pt x="1337" y="166"/>
                  <a:pt x="1338" y="171"/>
                  <a:pt x="1342" y="175"/>
                </a:cubicBezTo>
                <a:cubicBezTo>
                  <a:pt x="1345" y="179"/>
                  <a:pt x="1350" y="181"/>
                  <a:pt x="1356" y="181"/>
                </a:cubicBezTo>
                <a:moveTo>
                  <a:pt x="1356" y="207"/>
                </a:moveTo>
                <a:cubicBezTo>
                  <a:pt x="1349" y="207"/>
                  <a:pt x="1342" y="205"/>
                  <a:pt x="1336" y="203"/>
                </a:cubicBezTo>
                <a:cubicBezTo>
                  <a:pt x="1330" y="201"/>
                  <a:pt x="1325" y="198"/>
                  <a:pt x="1321" y="193"/>
                </a:cubicBezTo>
                <a:cubicBezTo>
                  <a:pt x="1317" y="189"/>
                  <a:pt x="1313" y="184"/>
                  <a:pt x="1311" y="178"/>
                </a:cubicBezTo>
                <a:cubicBezTo>
                  <a:pt x="1308" y="173"/>
                  <a:pt x="1307" y="166"/>
                  <a:pt x="1307" y="160"/>
                </a:cubicBezTo>
                <a:cubicBezTo>
                  <a:pt x="1307" y="153"/>
                  <a:pt x="1308" y="147"/>
                  <a:pt x="1311" y="141"/>
                </a:cubicBezTo>
                <a:cubicBezTo>
                  <a:pt x="1313" y="135"/>
                  <a:pt x="1317" y="130"/>
                  <a:pt x="1321" y="126"/>
                </a:cubicBezTo>
                <a:cubicBezTo>
                  <a:pt x="1325" y="122"/>
                  <a:pt x="1331" y="118"/>
                  <a:pt x="1337" y="116"/>
                </a:cubicBezTo>
                <a:cubicBezTo>
                  <a:pt x="1342" y="114"/>
                  <a:pt x="1349" y="113"/>
                  <a:pt x="1356" y="113"/>
                </a:cubicBezTo>
                <a:cubicBezTo>
                  <a:pt x="1363" y="113"/>
                  <a:pt x="1369" y="114"/>
                  <a:pt x="1375" y="116"/>
                </a:cubicBezTo>
                <a:cubicBezTo>
                  <a:pt x="1381" y="118"/>
                  <a:pt x="1386" y="122"/>
                  <a:pt x="1391" y="126"/>
                </a:cubicBezTo>
                <a:cubicBezTo>
                  <a:pt x="1395" y="130"/>
                  <a:pt x="1398" y="135"/>
                  <a:pt x="1401" y="141"/>
                </a:cubicBezTo>
                <a:cubicBezTo>
                  <a:pt x="1403" y="147"/>
                  <a:pt x="1404" y="153"/>
                  <a:pt x="1404" y="160"/>
                </a:cubicBezTo>
                <a:cubicBezTo>
                  <a:pt x="1404" y="166"/>
                  <a:pt x="1403" y="173"/>
                  <a:pt x="1401" y="178"/>
                </a:cubicBezTo>
                <a:cubicBezTo>
                  <a:pt x="1398" y="184"/>
                  <a:pt x="1395" y="189"/>
                  <a:pt x="1391" y="193"/>
                </a:cubicBezTo>
                <a:cubicBezTo>
                  <a:pt x="1386" y="197"/>
                  <a:pt x="1381" y="201"/>
                  <a:pt x="1375" y="203"/>
                </a:cubicBezTo>
                <a:cubicBezTo>
                  <a:pt x="1369" y="205"/>
                  <a:pt x="1363" y="207"/>
                  <a:pt x="1356" y="207"/>
                </a:cubicBezTo>
                <a:moveTo>
                  <a:pt x="1239" y="115"/>
                </a:moveTo>
                <a:cubicBezTo>
                  <a:pt x="1269" y="115"/>
                  <a:pt x="1269" y="115"/>
                  <a:pt x="1269" y="115"/>
                </a:cubicBezTo>
                <a:cubicBezTo>
                  <a:pt x="1269" y="129"/>
                  <a:pt x="1269" y="129"/>
                  <a:pt x="1269" y="129"/>
                </a:cubicBezTo>
                <a:cubicBezTo>
                  <a:pt x="1271" y="124"/>
                  <a:pt x="1274" y="120"/>
                  <a:pt x="1278" y="118"/>
                </a:cubicBezTo>
                <a:cubicBezTo>
                  <a:pt x="1282" y="115"/>
                  <a:pt x="1286" y="114"/>
                  <a:pt x="1291" y="114"/>
                </a:cubicBezTo>
                <a:cubicBezTo>
                  <a:pt x="1295" y="114"/>
                  <a:pt x="1299" y="114"/>
                  <a:pt x="1301" y="116"/>
                </a:cubicBezTo>
                <a:cubicBezTo>
                  <a:pt x="1299" y="145"/>
                  <a:pt x="1299" y="145"/>
                  <a:pt x="1299" y="145"/>
                </a:cubicBezTo>
                <a:cubicBezTo>
                  <a:pt x="1297" y="144"/>
                  <a:pt x="1296" y="143"/>
                  <a:pt x="1293" y="143"/>
                </a:cubicBezTo>
                <a:cubicBezTo>
                  <a:pt x="1291" y="143"/>
                  <a:pt x="1289" y="142"/>
                  <a:pt x="1288" y="142"/>
                </a:cubicBezTo>
                <a:cubicBezTo>
                  <a:pt x="1276" y="142"/>
                  <a:pt x="1270" y="150"/>
                  <a:pt x="1270" y="166"/>
                </a:cubicBezTo>
                <a:cubicBezTo>
                  <a:pt x="1270" y="204"/>
                  <a:pt x="1270" y="204"/>
                  <a:pt x="1270" y="204"/>
                </a:cubicBezTo>
                <a:cubicBezTo>
                  <a:pt x="1239" y="204"/>
                  <a:pt x="1239" y="204"/>
                  <a:pt x="1239" y="204"/>
                </a:cubicBezTo>
                <a:lnTo>
                  <a:pt x="1239" y="115"/>
                </a:lnTo>
                <a:close/>
                <a:moveTo>
                  <a:pt x="1195" y="150"/>
                </a:moveTo>
                <a:cubicBezTo>
                  <a:pt x="1195" y="145"/>
                  <a:pt x="1193" y="142"/>
                  <a:pt x="1191" y="139"/>
                </a:cubicBezTo>
                <a:cubicBezTo>
                  <a:pt x="1188" y="136"/>
                  <a:pt x="1184" y="135"/>
                  <a:pt x="1180" y="135"/>
                </a:cubicBezTo>
                <a:cubicBezTo>
                  <a:pt x="1172" y="135"/>
                  <a:pt x="1166" y="140"/>
                  <a:pt x="1164" y="150"/>
                </a:cubicBezTo>
                <a:lnTo>
                  <a:pt x="1195" y="150"/>
                </a:lnTo>
                <a:close/>
                <a:moveTo>
                  <a:pt x="1224" y="197"/>
                </a:moveTo>
                <a:cubicBezTo>
                  <a:pt x="1219" y="200"/>
                  <a:pt x="1214" y="203"/>
                  <a:pt x="1208" y="204"/>
                </a:cubicBezTo>
                <a:cubicBezTo>
                  <a:pt x="1201" y="206"/>
                  <a:pt x="1195" y="207"/>
                  <a:pt x="1188" y="207"/>
                </a:cubicBezTo>
                <a:cubicBezTo>
                  <a:pt x="1180" y="207"/>
                  <a:pt x="1172" y="206"/>
                  <a:pt x="1166" y="203"/>
                </a:cubicBezTo>
                <a:cubicBezTo>
                  <a:pt x="1159" y="201"/>
                  <a:pt x="1153" y="198"/>
                  <a:pt x="1149" y="194"/>
                </a:cubicBezTo>
                <a:cubicBezTo>
                  <a:pt x="1144" y="190"/>
                  <a:pt x="1141" y="185"/>
                  <a:pt x="1138" y="179"/>
                </a:cubicBezTo>
                <a:cubicBezTo>
                  <a:pt x="1136" y="173"/>
                  <a:pt x="1134" y="167"/>
                  <a:pt x="1134" y="160"/>
                </a:cubicBezTo>
                <a:cubicBezTo>
                  <a:pt x="1134" y="153"/>
                  <a:pt x="1136" y="146"/>
                  <a:pt x="1138" y="141"/>
                </a:cubicBezTo>
                <a:cubicBezTo>
                  <a:pt x="1140" y="135"/>
                  <a:pt x="1143" y="130"/>
                  <a:pt x="1147" y="126"/>
                </a:cubicBezTo>
                <a:cubicBezTo>
                  <a:pt x="1151" y="122"/>
                  <a:pt x="1156" y="118"/>
                  <a:pt x="1162" y="116"/>
                </a:cubicBezTo>
                <a:cubicBezTo>
                  <a:pt x="1168" y="114"/>
                  <a:pt x="1174" y="113"/>
                  <a:pt x="1181" y="113"/>
                </a:cubicBezTo>
                <a:cubicBezTo>
                  <a:pt x="1187" y="113"/>
                  <a:pt x="1193" y="114"/>
                  <a:pt x="1199" y="116"/>
                </a:cubicBezTo>
                <a:cubicBezTo>
                  <a:pt x="1204" y="118"/>
                  <a:pt x="1209" y="121"/>
                  <a:pt x="1212" y="125"/>
                </a:cubicBezTo>
                <a:cubicBezTo>
                  <a:pt x="1216" y="128"/>
                  <a:pt x="1219" y="133"/>
                  <a:pt x="1221" y="138"/>
                </a:cubicBezTo>
                <a:cubicBezTo>
                  <a:pt x="1223" y="144"/>
                  <a:pt x="1224" y="150"/>
                  <a:pt x="1224" y="157"/>
                </a:cubicBezTo>
                <a:cubicBezTo>
                  <a:pt x="1224" y="161"/>
                  <a:pt x="1224" y="165"/>
                  <a:pt x="1223" y="168"/>
                </a:cubicBezTo>
                <a:cubicBezTo>
                  <a:pt x="1165" y="168"/>
                  <a:pt x="1165" y="168"/>
                  <a:pt x="1165" y="168"/>
                </a:cubicBezTo>
                <a:cubicBezTo>
                  <a:pt x="1168" y="178"/>
                  <a:pt x="1176" y="183"/>
                  <a:pt x="1191" y="183"/>
                </a:cubicBezTo>
                <a:cubicBezTo>
                  <a:pt x="1194" y="183"/>
                  <a:pt x="1198" y="182"/>
                  <a:pt x="1203" y="181"/>
                </a:cubicBezTo>
                <a:cubicBezTo>
                  <a:pt x="1207" y="180"/>
                  <a:pt x="1211" y="179"/>
                  <a:pt x="1214" y="178"/>
                </a:cubicBezTo>
                <a:lnTo>
                  <a:pt x="1224" y="197"/>
                </a:lnTo>
                <a:close/>
                <a:moveTo>
                  <a:pt x="1077" y="148"/>
                </a:moveTo>
                <a:cubicBezTo>
                  <a:pt x="1062" y="103"/>
                  <a:pt x="1062" y="103"/>
                  <a:pt x="1062" y="103"/>
                </a:cubicBezTo>
                <a:cubicBezTo>
                  <a:pt x="1047" y="148"/>
                  <a:pt x="1047" y="148"/>
                  <a:pt x="1047" y="148"/>
                </a:cubicBezTo>
                <a:lnTo>
                  <a:pt x="1077" y="148"/>
                </a:lnTo>
                <a:close/>
                <a:moveTo>
                  <a:pt x="1046" y="73"/>
                </a:moveTo>
                <a:cubicBezTo>
                  <a:pt x="1081" y="73"/>
                  <a:pt x="1081" y="73"/>
                  <a:pt x="1081" y="73"/>
                </a:cubicBezTo>
                <a:cubicBezTo>
                  <a:pt x="1133" y="204"/>
                  <a:pt x="1133" y="204"/>
                  <a:pt x="1133" y="204"/>
                </a:cubicBezTo>
                <a:cubicBezTo>
                  <a:pt x="1096" y="204"/>
                  <a:pt x="1096" y="204"/>
                  <a:pt x="1096" y="204"/>
                </a:cubicBezTo>
                <a:cubicBezTo>
                  <a:pt x="1086" y="174"/>
                  <a:pt x="1086" y="174"/>
                  <a:pt x="1086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29" y="204"/>
                  <a:pt x="1029" y="204"/>
                  <a:pt x="1029" y="204"/>
                </a:cubicBezTo>
                <a:cubicBezTo>
                  <a:pt x="995" y="204"/>
                  <a:pt x="995" y="204"/>
                  <a:pt x="995" y="204"/>
                </a:cubicBezTo>
                <a:lnTo>
                  <a:pt x="1046" y="73"/>
                </a:lnTo>
                <a:close/>
                <a:moveTo>
                  <a:pt x="921" y="135"/>
                </a:moveTo>
                <a:cubicBezTo>
                  <a:pt x="914" y="135"/>
                  <a:pt x="911" y="137"/>
                  <a:pt x="911" y="140"/>
                </a:cubicBezTo>
                <a:cubicBezTo>
                  <a:pt x="911" y="142"/>
                  <a:pt x="912" y="144"/>
                  <a:pt x="914" y="145"/>
                </a:cubicBezTo>
                <a:cubicBezTo>
                  <a:pt x="916" y="146"/>
                  <a:pt x="919" y="147"/>
                  <a:pt x="924" y="148"/>
                </a:cubicBezTo>
                <a:cubicBezTo>
                  <a:pt x="935" y="151"/>
                  <a:pt x="943" y="154"/>
                  <a:pt x="948" y="159"/>
                </a:cubicBezTo>
                <a:cubicBezTo>
                  <a:pt x="952" y="164"/>
                  <a:pt x="955" y="170"/>
                  <a:pt x="955" y="179"/>
                </a:cubicBezTo>
                <a:cubicBezTo>
                  <a:pt x="955" y="187"/>
                  <a:pt x="951" y="194"/>
                  <a:pt x="944" y="199"/>
                </a:cubicBezTo>
                <a:cubicBezTo>
                  <a:pt x="937" y="204"/>
                  <a:pt x="928" y="207"/>
                  <a:pt x="915" y="207"/>
                </a:cubicBezTo>
                <a:cubicBezTo>
                  <a:pt x="908" y="207"/>
                  <a:pt x="901" y="206"/>
                  <a:pt x="895" y="204"/>
                </a:cubicBezTo>
                <a:cubicBezTo>
                  <a:pt x="888" y="203"/>
                  <a:pt x="883" y="201"/>
                  <a:pt x="880" y="198"/>
                </a:cubicBezTo>
                <a:cubicBezTo>
                  <a:pt x="890" y="180"/>
                  <a:pt x="890" y="180"/>
                  <a:pt x="890" y="180"/>
                </a:cubicBezTo>
                <a:cubicBezTo>
                  <a:pt x="893" y="181"/>
                  <a:pt x="897" y="182"/>
                  <a:pt x="901" y="183"/>
                </a:cubicBezTo>
                <a:cubicBezTo>
                  <a:pt x="905" y="184"/>
                  <a:pt x="909" y="184"/>
                  <a:pt x="913" y="184"/>
                </a:cubicBezTo>
                <a:cubicBezTo>
                  <a:pt x="920" y="184"/>
                  <a:pt x="924" y="182"/>
                  <a:pt x="924" y="179"/>
                </a:cubicBezTo>
                <a:cubicBezTo>
                  <a:pt x="924" y="178"/>
                  <a:pt x="924" y="177"/>
                  <a:pt x="924" y="176"/>
                </a:cubicBezTo>
                <a:cubicBezTo>
                  <a:pt x="923" y="176"/>
                  <a:pt x="923" y="175"/>
                  <a:pt x="922" y="175"/>
                </a:cubicBezTo>
                <a:cubicBezTo>
                  <a:pt x="921" y="174"/>
                  <a:pt x="919" y="173"/>
                  <a:pt x="918" y="173"/>
                </a:cubicBezTo>
                <a:cubicBezTo>
                  <a:pt x="916" y="172"/>
                  <a:pt x="914" y="172"/>
                  <a:pt x="911" y="171"/>
                </a:cubicBezTo>
                <a:cubicBezTo>
                  <a:pt x="906" y="170"/>
                  <a:pt x="901" y="168"/>
                  <a:pt x="897" y="166"/>
                </a:cubicBezTo>
                <a:cubicBezTo>
                  <a:pt x="893" y="164"/>
                  <a:pt x="890" y="162"/>
                  <a:pt x="888" y="160"/>
                </a:cubicBezTo>
                <a:cubicBezTo>
                  <a:pt x="885" y="157"/>
                  <a:pt x="884" y="155"/>
                  <a:pt x="883" y="152"/>
                </a:cubicBezTo>
                <a:cubicBezTo>
                  <a:pt x="881" y="148"/>
                  <a:pt x="881" y="145"/>
                  <a:pt x="881" y="141"/>
                </a:cubicBezTo>
                <a:cubicBezTo>
                  <a:pt x="881" y="132"/>
                  <a:pt x="884" y="125"/>
                  <a:pt x="891" y="120"/>
                </a:cubicBezTo>
                <a:cubicBezTo>
                  <a:pt x="898" y="115"/>
                  <a:pt x="907" y="113"/>
                  <a:pt x="919" y="113"/>
                </a:cubicBezTo>
                <a:cubicBezTo>
                  <a:pt x="925" y="113"/>
                  <a:pt x="931" y="113"/>
                  <a:pt x="936" y="115"/>
                </a:cubicBezTo>
                <a:cubicBezTo>
                  <a:pt x="942" y="116"/>
                  <a:pt x="947" y="117"/>
                  <a:pt x="951" y="120"/>
                </a:cubicBezTo>
                <a:cubicBezTo>
                  <a:pt x="948" y="142"/>
                  <a:pt x="948" y="142"/>
                  <a:pt x="948" y="142"/>
                </a:cubicBezTo>
                <a:cubicBezTo>
                  <a:pt x="943" y="140"/>
                  <a:pt x="939" y="138"/>
                  <a:pt x="934" y="137"/>
                </a:cubicBezTo>
                <a:cubicBezTo>
                  <a:pt x="929" y="136"/>
                  <a:pt x="925" y="135"/>
                  <a:pt x="921" y="135"/>
                </a:cubicBezTo>
                <a:moveTo>
                  <a:pt x="780" y="115"/>
                </a:moveTo>
                <a:cubicBezTo>
                  <a:pt x="810" y="115"/>
                  <a:pt x="810" y="115"/>
                  <a:pt x="810" y="115"/>
                </a:cubicBezTo>
                <a:cubicBezTo>
                  <a:pt x="810" y="126"/>
                  <a:pt x="810" y="126"/>
                  <a:pt x="810" y="126"/>
                </a:cubicBezTo>
                <a:cubicBezTo>
                  <a:pt x="812" y="122"/>
                  <a:pt x="816" y="119"/>
                  <a:pt x="820" y="116"/>
                </a:cubicBezTo>
                <a:cubicBezTo>
                  <a:pt x="825" y="114"/>
                  <a:pt x="830" y="113"/>
                  <a:pt x="836" y="113"/>
                </a:cubicBezTo>
                <a:cubicBezTo>
                  <a:pt x="846" y="113"/>
                  <a:pt x="853" y="116"/>
                  <a:pt x="859" y="122"/>
                </a:cubicBezTo>
                <a:cubicBezTo>
                  <a:pt x="864" y="128"/>
                  <a:pt x="866" y="138"/>
                  <a:pt x="866" y="150"/>
                </a:cubicBezTo>
                <a:cubicBezTo>
                  <a:pt x="866" y="204"/>
                  <a:pt x="866" y="204"/>
                  <a:pt x="866" y="204"/>
                </a:cubicBezTo>
                <a:cubicBezTo>
                  <a:pt x="836" y="204"/>
                  <a:pt x="836" y="204"/>
                  <a:pt x="836" y="204"/>
                </a:cubicBezTo>
                <a:cubicBezTo>
                  <a:pt x="836" y="156"/>
                  <a:pt x="836" y="156"/>
                  <a:pt x="836" y="156"/>
                </a:cubicBezTo>
                <a:cubicBezTo>
                  <a:pt x="836" y="145"/>
                  <a:pt x="832" y="140"/>
                  <a:pt x="824" y="140"/>
                </a:cubicBezTo>
                <a:cubicBezTo>
                  <a:pt x="819" y="140"/>
                  <a:pt x="816" y="142"/>
                  <a:pt x="814" y="144"/>
                </a:cubicBezTo>
                <a:cubicBezTo>
                  <a:pt x="812" y="147"/>
                  <a:pt x="810" y="152"/>
                  <a:pt x="810" y="157"/>
                </a:cubicBezTo>
                <a:cubicBezTo>
                  <a:pt x="810" y="204"/>
                  <a:pt x="810" y="204"/>
                  <a:pt x="810" y="204"/>
                </a:cubicBezTo>
                <a:cubicBezTo>
                  <a:pt x="780" y="204"/>
                  <a:pt x="780" y="204"/>
                  <a:pt x="780" y="204"/>
                </a:cubicBezTo>
                <a:lnTo>
                  <a:pt x="780" y="115"/>
                </a:lnTo>
                <a:close/>
                <a:moveTo>
                  <a:pt x="729" y="115"/>
                </a:moveTo>
                <a:cubicBezTo>
                  <a:pt x="760" y="115"/>
                  <a:pt x="760" y="115"/>
                  <a:pt x="760" y="115"/>
                </a:cubicBezTo>
                <a:cubicBezTo>
                  <a:pt x="760" y="204"/>
                  <a:pt x="760" y="204"/>
                  <a:pt x="760" y="204"/>
                </a:cubicBezTo>
                <a:cubicBezTo>
                  <a:pt x="729" y="204"/>
                  <a:pt x="729" y="204"/>
                  <a:pt x="729" y="204"/>
                </a:cubicBezTo>
                <a:lnTo>
                  <a:pt x="729" y="115"/>
                </a:lnTo>
                <a:close/>
                <a:moveTo>
                  <a:pt x="744" y="101"/>
                </a:moveTo>
                <a:cubicBezTo>
                  <a:pt x="739" y="101"/>
                  <a:pt x="735" y="100"/>
                  <a:pt x="732" y="97"/>
                </a:cubicBezTo>
                <a:cubicBezTo>
                  <a:pt x="729" y="94"/>
                  <a:pt x="727" y="90"/>
                  <a:pt x="727" y="85"/>
                </a:cubicBezTo>
                <a:cubicBezTo>
                  <a:pt x="727" y="80"/>
                  <a:pt x="729" y="76"/>
                  <a:pt x="732" y="73"/>
                </a:cubicBezTo>
                <a:cubicBezTo>
                  <a:pt x="735" y="70"/>
                  <a:pt x="739" y="68"/>
                  <a:pt x="744" y="68"/>
                </a:cubicBezTo>
                <a:cubicBezTo>
                  <a:pt x="749" y="68"/>
                  <a:pt x="753" y="70"/>
                  <a:pt x="757" y="73"/>
                </a:cubicBezTo>
                <a:cubicBezTo>
                  <a:pt x="760" y="76"/>
                  <a:pt x="762" y="80"/>
                  <a:pt x="762" y="85"/>
                </a:cubicBezTo>
                <a:cubicBezTo>
                  <a:pt x="762" y="90"/>
                  <a:pt x="760" y="94"/>
                  <a:pt x="757" y="97"/>
                </a:cubicBezTo>
                <a:cubicBezTo>
                  <a:pt x="753" y="100"/>
                  <a:pt x="749" y="101"/>
                  <a:pt x="744" y="101"/>
                </a:cubicBezTo>
                <a:moveTo>
                  <a:pt x="676" y="73"/>
                </a:moveTo>
                <a:cubicBezTo>
                  <a:pt x="707" y="73"/>
                  <a:pt x="707" y="73"/>
                  <a:pt x="707" y="73"/>
                </a:cubicBezTo>
                <a:cubicBezTo>
                  <a:pt x="707" y="204"/>
                  <a:pt x="707" y="204"/>
                  <a:pt x="707" y="204"/>
                </a:cubicBezTo>
                <a:cubicBezTo>
                  <a:pt x="676" y="204"/>
                  <a:pt x="676" y="204"/>
                  <a:pt x="676" y="204"/>
                </a:cubicBezTo>
                <a:lnTo>
                  <a:pt x="676" y="73"/>
                </a:lnTo>
                <a:close/>
                <a:moveTo>
                  <a:pt x="625" y="73"/>
                </a:moveTo>
                <a:cubicBezTo>
                  <a:pt x="656" y="73"/>
                  <a:pt x="656" y="73"/>
                  <a:pt x="656" y="73"/>
                </a:cubicBezTo>
                <a:cubicBezTo>
                  <a:pt x="656" y="204"/>
                  <a:pt x="656" y="204"/>
                  <a:pt x="656" y="204"/>
                </a:cubicBezTo>
                <a:cubicBezTo>
                  <a:pt x="625" y="204"/>
                  <a:pt x="625" y="204"/>
                  <a:pt x="625" y="204"/>
                </a:cubicBezTo>
                <a:lnTo>
                  <a:pt x="625" y="73"/>
                </a:lnTo>
                <a:close/>
                <a:moveTo>
                  <a:pt x="564" y="181"/>
                </a:moveTo>
                <a:cubicBezTo>
                  <a:pt x="570" y="181"/>
                  <a:pt x="574" y="179"/>
                  <a:pt x="578" y="175"/>
                </a:cubicBezTo>
                <a:cubicBezTo>
                  <a:pt x="581" y="171"/>
                  <a:pt x="583" y="166"/>
                  <a:pt x="583" y="160"/>
                </a:cubicBezTo>
                <a:cubicBezTo>
                  <a:pt x="583" y="153"/>
                  <a:pt x="581" y="148"/>
                  <a:pt x="578" y="144"/>
                </a:cubicBezTo>
                <a:cubicBezTo>
                  <a:pt x="574" y="140"/>
                  <a:pt x="570" y="139"/>
                  <a:pt x="564" y="139"/>
                </a:cubicBezTo>
                <a:cubicBezTo>
                  <a:pt x="558" y="139"/>
                  <a:pt x="553" y="140"/>
                  <a:pt x="550" y="144"/>
                </a:cubicBezTo>
                <a:cubicBezTo>
                  <a:pt x="546" y="148"/>
                  <a:pt x="544" y="153"/>
                  <a:pt x="544" y="160"/>
                </a:cubicBezTo>
                <a:cubicBezTo>
                  <a:pt x="544" y="166"/>
                  <a:pt x="546" y="171"/>
                  <a:pt x="550" y="175"/>
                </a:cubicBezTo>
                <a:cubicBezTo>
                  <a:pt x="553" y="179"/>
                  <a:pt x="558" y="181"/>
                  <a:pt x="564" y="181"/>
                </a:cubicBezTo>
                <a:moveTo>
                  <a:pt x="564" y="207"/>
                </a:moveTo>
                <a:cubicBezTo>
                  <a:pt x="557" y="207"/>
                  <a:pt x="550" y="205"/>
                  <a:pt x="544" y="203"/>
                </a:cubicBezTo>
                <a:cubicBezTo>
                  <a:pt x="538" y="200"/>
                  <a:pt x="533" y="197"/>
                  <a:pt x="529" y="192"/>
                </a:cubicBezTo>
                <a:cubicBezTo>
                  <a:pt x="524" y="188"/>
                  <a:pt x="521" y="183"/>
                  <a:pt x="518" y="177"/>
                </a:cubicBezTo>
                <a:cubicBezTo>
                  <a:pt x="516" y="171"/>
                  <a:pt x="515" y="164"/>
                  <a:pt x="515" y="158"/>
                </a:cubicBezTo>
                <a:cubicBezTo>
                  <a:pt x="515" y="151"/>
                  <a:pt x="516" y="145"/>
                  <a:pt x="518" y="139"/>
                </a:cubicBezTo>
                <a:cubicBezTo>
                  <a:pt x="521" y="134"/>
                  <a:pt x="524" y="129"/>
                  <a:pt x="529" y="125"/>
                </a:cubicBezTo>
                <a:cubicBezTo>
                  <a:pt x="533" y="121"/>
                  <a:pt x="538" y="118"/>
                  <a:pt x="544" y="116"/>
                </a:cubicBezTo>
                <a:cubicBezTo>
                  <a:pt x="550" y="114"/>
                  <a:pt x="557" y="113"/>
                  <a:pt x="564" y="113"/>
                </a:cubicBezTo>
                <a:cubicBezTo>
                  <a:pt x="571" y="113"/>
                  <a:pt x="577" y="114"/>
                  <a:pt x="583" y="116"/>
                </a:cubicBezTo>
                <a:cubicBezTo>
                  <a:pt x="589" y="118"/>
                  <a:pt x="594" y="122"/>
                  <a:pt x="599" y="126"/>
                </a:cubicBezTo>
                <a:cubicBezTo>
                  <a:pt x="603" y="130"/>
                  <a:pt x="606" y="135"/>
                  <a:pt x="609" y="141"/>
                </a:cubicBezTo>
                <a:cubicBezTo>
                  <a:pt x="611" y="147"/>
                  <a:pt x="612" y="153"/>
                  <a:pt x="612" y="160"/>
                </a:cubicBezTo>
                <a:cubicBezTo>
                  <a:pt x="612" y="166"/>
                  <a:pt x="611" y="173"/>
                  <a:pt x="609" y="178"/>
                </a:cubicBezTo>
                <a:cubicBezTo>
                  <a:pt x="606" y="184"/>
                  <a:pt x="603" y="189"/>
                  <a:pt x="599" y="193"/>
                </a:cubicBezTo>
                <a:cubicBezTo>
                  <a:pt x="594" y="197"/>
                  <a:pt x="589" y="201"/>
                  <a:pt x="583" y="203"/>
                </a:cubicBezTo>
                <a:cubicBezTo>
                  <a:pt x="577" y="205"/>
                  <a:pt x="571" y="207"/>
                  <a:pt x="564" y="207"/>
                </a:cubicBezTo>
                <a:moveTo>
                  <a:pt x="507" y="192"/>
                </a:moveTo>
                <a:cubicBezTo>
                  <a:pt x="501" y="196"/>
                  <a:pt x="494" y="200"/>
                  <a:pt x="486" y="202"/>
                </a:cubicBezTo>
                <a:cubicBezTo>
                  <a:pt x="478" y="205"/>
                  <a:pt x="469" y="206"/>
                  <a:pt x="460" y="206"/>
                </a:cubicBezTo>
                <a:cubicBezTo>
                  <a:pt x="450" y="206"/>
                  <a:pt x="440" y="204"/>
                  <a:pt x="432" y="201"/>
                </a:cubicBezTo>
                <a:cubicBezTo>
                  <a:pt x="424" y="198"/>
                  <a:pt x="417" y="194"/>
                  <a:pt x="411" y="188"/>
                </a:cubicBezTo>
                <a:cubicBezTo>
                  <a:pt x="405" y="183"/>
                  <a:pt x="401" y="176"/>
                  <a:pt x="398" y="167"/>
                </a:cubicBezTo>
                <a:cubicBezTo>
                  <a:pt x="394" y="159"/>
                  <a:pt x="393" y="150"/>
                  <a:pt x="393" y="139"/>
                </a:cubicBezTo>
                <a:cubicBezTo>
                  <a:pt x="393" y="129"/>
                  <a:pt x="395" y="120"/>
                  <a:pt x="398" y="112"/>
                </a:cubicBezTo>
                <a:cubicBezTo>
                  <a:pt x="402" y="104"/>
                  <a:pt x="406" y="96"/>
                  <a:pt x="413" y="90"/>
                </a:cubicBezTo>
                <a:cubicBezTo>
                  <a:pt x="419" y="85"/>
                  <a:pt x="427" y="80"/>
                  <a:pt x="435" y="77"/>
                </a:cubicBezTo>
                <a:cubicBezTo>
                  <a:pt x="444" y="73"/>
                  <a:pt x="454" y="72"/>
                  <a:pt x="464" y="72"/>
                </a:cubicBezTo>
                <a:cubicBezTo>
                  <a:pt x="468" y="72"/>
                  <a:pt x="472" y="72"/>
                  <a:pt x="476" y="72"/>
                </a:cubicBezTo>
                <a:cubicBezTo>
                  <a:pt x="480" y="73"/>
                  <a:pt x="484" y="74"/>
                  <a:pt x="487" y="75"/>
                </a:cubicBezTo>
                <a:cubicBezTo>
                  <a:pt x="491" y="76"/>
                  <a:pt x="495" y="77"/>
                  <a:pt x="498" y="78"/>
                </a:cubicBezTo>
                <a:cubicBezTo>
                  <a:pt x="501" y="79"/>
                  <a:pt x="504" y="81"/>
                  <a:pt x="507" y="82"/>
                </a:cubicBezTo>
                <a:cubicBezTo>
                  <a:pt x="493" y="109"/>
                  <a:pt x="493" y="109"/>
                  <a:pt x="493" y="109"/>
                </a:cubicBezTo>
                <a:cubicBezTo>
                  <a:pt x="490" y="108"/>
                  <a:pt x="488" y="107"/>
                  <a:pt x="486" y="106"/>
                </a:cubicBezTo>
                <a:cubicBezTo>
                  <a:pt x="484" y="105"/>
                  <a:pt x="482" y="104"/>
                  <a:pt x="480" y="104"/>
                </a:cubicBezTo>
                <a:cubicBezTo>
                  <a:pt x="478" y="103"/>
                  <a:pt x="476" y="103"/>
                  <a:pt x="474" y="102"/>
                </a:cubicBezTo>
                <a:cubicBezTo>
                  <a:pt x="472" y="102"/>
                  <a:pt x="469" y="102"/>
                  <a:pt x="466" y="102"/>
                </a:cubicBezTo>
                <a:cubicBezTo>
                  <a:pt x="455" y="102"/>
                  <a:pt x="445" y="105"/>
                  <a:pt x="439" y="112"/>
                </a:cubicBezTo>
                <a:cubicBezTo>
                  <a:pt x="432" y="118"/>
                  <a:pt x="428" y="127"/>
                  <a:pt x="428" y="139"/>
                </a:cubicBezTo>
                <a:cubicBezTo>
                  <a:pt x="428" y="144"/>
                  <a:pt x="429" y="149"/>
                  <a:pt x="431" y="154"/>
                </a:cubicBezTo>
                <a:cubicBezTo>
                  <a:pt x="433" y="158"/>
                  <a:pt x="435" y="162"/>
                  <a:pt x="438" y="165"/>
                </a:cubicBezTo>
                <a:cubicBezTo>
                  <a:pt x="441" y="168"/>
                  <a:pt x="445" y="171"/>
                  <a:pt x="449" y="173"/>
                </a:cubicBezTo>
                <a:cubicBezTo>
                  <a:pt x="454" y="175"/>
                  <a:pt x="459" y="175"/>
                  <a:pt x="464" y="175"/>
                </a:cubicBezTo>
                <a:cubicBezTo>
                  <a:pt x="469" y="175"/>
                  <a:pt x="474" y="175"/>
                  <a:pt x="479" y="173"/>
                </a:cubicBezTo>
                <a:cubicBezTo>
                  <a:pt x="484" y="171"/>
                  <a:pt x="489" y="168"/>
                  <a:pt x="493" y="165"/>
                </a:cubicBezTo>
                <a:lnTo>
                  <a:pt x="507" y="192"/>
                </a:lnTo>
                <a:close/>
                <a:moveTo>
                  <a:pt x="126" y="2"/>
                </a:moveTo>
                <a:cubicBezTo>
                  <a:pt x="130" y="1"/>
                  <a:pt x="133" y="1"/>
                  <a:pt x="137" y="0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50" y="96"/>
                  <a:pt x="146" y="96"/>
                  <a:pt x="143" y="97"/>
                </a:cubicBezTo>
                <a:lnTo>
                  <a:pt x="126" y="2"/>
                </a:lnTo>
                <a:close/>
                <a:moveTo>
                  <a:pt x="122" y="107"/>
                </a:moveTo>
                <a:cubicBezTo>
                  <a:pt x="126" y="105"/>
                  <a:pt x="129" y="102"/>
                  <a:pt x="133" y="101"/>
                </a:cubicBezTo>
                <a:cubicBezTo>
                  <a:pt x="85" y="17"/>
                  <a:pt x="85" y="17"/>
                  <a:pt x="85" y="17"/>
                </a:cubicBezTo>
                <a:cubicBezTo>
                  <a:pt x="82" y="19"/>
                  <a:pt x="78" y="21"/>
                  <a:pt x="74" y="24"/>
                </a:cubicBezTo>
                <a:lnTo>
                  <a:pt x="122" y="107"/>
                </a:lnTo>
                <a:close/>
                <a:moveTo>
                  <a:pt x="95" y="160"/>
                </a:moveTo>
                <a:cubicBezTo>
                  <a:pt x="95" y="156"/>
                  <a:pt x="95" y="153"/>
                  <a:pt x="96" y="14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2"/>
                  <a:pt x="0" y="156"/>
                  <a:pt x="0" y="159"/>
                </a:cubicBezTo>
                <a:cubicBezTo>
                  <a:pt x="0" y="162"/>
                  <a:pt x="0" y="165"/>
                  <a:pt x="0" y="169"/>
                </a:cubicBezTo>
                <a:cubicBezTo>
                  <a:pt x="95" y="169"/>
                  <a:pt x="95" y="169"/>
                  <a:pt x="95" y="169"/>
                </a:cubicBezTo>
                <a:cubicBezTo>
                  <a:pt x="95" y="166"/>
                  <a:pt x="95" y="163"/>
                  <a:pt x="95" y="160"/>
                </a:cubicBezTo>
                <a:moveTo>
                  <a:pt x="224" y="160"/>
                </a:moveTo>
                <a:cubicBezTo>
                  <a:pt x="224" y="195"/>
                  <a:pt x="195" y="224"/>
                  <a:pt x="159" y="224"/>
                </a:cubicBezTo>
                <a:cubicBezTo>
                  <a:pt x="128" y="224"/>
                  <a:pt x="101" y="201"/>
                  <a:pt x="96" y="171"/>
                </a:cubicBezTo>
                <a:cubicBezTo>
                  <a:pt x="6" y="203"/>
                  <a:pt x="6" y="203"/>
                  <a:pt x="6" y="203"/>
                </a:cubicBezTo>
                <a:cubicBezTo>
                  <a:pt x="8" y="210"/>
                  <a:pt x="11" y="217"/>
                  <a:pt x="14" y="224"/>
                </a:cubicBezTo>
                <a:cubicBezTo>
                  <a:pt x="103" y="191"/>
                  <a:pt x="103" y="191"/>
                  <a:pt x="103" y="191"/>
                </a:cubicBezTo>
                <a:cubicBezTo>
                  <a:pt x="30" y="253"/>
                  <a:pt x="30" y="253"/>
                  <a:pt x="30" y="253"/>
                </a:cubicBezTo>
                <a:cubicBezTo>
                  <a:pt x="34" y="259"/>
                  <a:pt x="40" y="265"/>
                  <a:pt x="45" y="271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69" y="291"/>
                  <a:pt x="69" y="291"/>
                  <a:pt x="69" y="291"/>
                </a:cubicBezTo>
                <a:cubicBezTo>
                  <a:pt x="76" y="296"/>
                  <a:pt x="83" y="300"/>
                  <a:pt x="91" y="304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18" y="314"/>
                  <a:pt x="118" y="314"/>
                  <a:pt x="118" y="314"/>
                </a:cubicBezTo>
                <a:cubicBezTo>
                  <a:pt x="127" y="317"/>
                  <a:pt x="136" y="318"/>
                  <a:pt x="146" y="319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73" y="319"/>
                  <a:pt x="173" y="319"/>
                  <a:pt x="173" y="319"/>
                </a:cubicBezTo>
                <a:cubicBezTo>
                  <a:pt x="183" y="318"/>
                  <a:pt x="192" y="317"/>
                  <a:pt x="202" y="314"/>
                </a:cubicBezTo>
                <a:cubicBezTo>
                  <a:pt x="189" y="242"/>
                  <a:pt x="189" y="242"/>
                  <a:pt x="189" y="242"/>
                </a:cubicBezTo>
                <a:cubicBezTo>
                  <a:pt x="225" y="305"/>
                  <a:pt x="225" y="305"/>
                  <a:pt x="225" y="305"/>
                </a:cubicBezTo>
                <a:cubicBezTo>
                  <a:pt x="235" y="301"/>
                  <a:pt x="245" y="295"/>
                  <a:pt x="253" y="289"/>
                </a:cubicBezTo>
                <a:cubicBezTo>
                  <a:pt x="220" y="231"/>
                  <a:pt x="220" y="231"/>
                  <a:pt x="220" y="231"/>
                </a:cubicBezTo>
                <a:cubicBezTo>
                  <a:pt x="271" y="274"/>
                  <a:pt x="271" y="274"/>
                  <a:pt x="271" y="274"/>
                </a:cubicBezTo>
                <a:cubicBezTo>
                  <a:pt x="279" y="266"/>
                  <a:pt x="286" y="257"/>
                  <a:pt x="293" y="247"/>
                </a:cubicBezTo>
                <a:cubicBezTo>
                  <a:pt x="247" y="209"/>
                  <a:pt x="247" y="209"/>
                  <a:pt x="247" y="209"/>
                </a:cubicBezTo>
                <a:cubicBezTo>
                  <a:pt x="303" y="229"/>
                  <a:pt x="303" y="229"/>
                  <a:pt x="303" y="229"/>
                </a:cubicBezTo>
                <a:cubicBezTo>
                  <a:pt x="308" y="219"/>
                  <a:pt x="312" y="207"/>
                  <a:pt x="315" y="195"/>
                </a:cubicBezTo>
                <a:cubicBezTo>
                  <a:pt x="266" y="177"/>
                  <a:pt x="266" y="177"/>
                  <a:pt x="266" y="177"/>
                </a:cubicBezTo>
                <a:cubicBezTo>
                  <a:pt x="318" y="177"/>
                  <a:pt x="318" y="177"/>
                  <a:pt x="318" y="177"/>
                </a:cubicBezTo>
                <a:cubicBezTo>
                  <a:pt x="319" y="171"/>
                  <a:pt x="319" y="165"/>
                  <a:pt x="319" y="159"/>
                </a:cubicBezTo>
                <a:cubicBezTo>
                  <a:pt x="319" y="152"/>
                  <a:pt x="318" y="145"/>
                  <a:pt x="317" y="138"/>
                </a:cubicBezTo>
                <a:cubicBezTo>
                  <a:pt x="220" y="138"/>
                  <a:pt x="220" y="138"/>
                  <a:pt x="220" y="138"/>
                </a:cubicBezTo>
                <a:cubicBezTo>
                  <a:pt x="223" y="145"/>
                  <a:pt x="224" y="152"/>
                  <a:pt x="224" y="160"/>
                </a:cubicBezTo>
                <a:moveTo>
                  <a:pt x="97" y="145"/>
                </a:moveTo>
                <a:cubicBezTo>
                  <a:pt x="98" y="139"/>
                  <a:pt x="100" y="134"/>
                  <a:pt x="103" y="129"/>
                </a:cubicBezTo>
                <a:cubicBezTo>
                  <a:pt x="13" y="96"/>
                  <a:pt x="13" y="96"/>
                  <a:pt x="13" y="96"/>
                </a:cubicBezTo>
                <a:cubicBezTo>
                  <a:pt x="11" y="101"/>
                  <a:pt x="9" y="107"/>
                  <a:pt x="7" y="112"/>
                </a:cubicBezTo>
                <a:lnTo>
                  <a:pt x="97" y="145"/>
                </a:lnTo>
                <a:close/>
                <a:moveTo>
                  <a:pt x="280" y="54"/>
                </a:moveTo>
                <a:cubicBezTo>
                  <a:pt x="207" y="115"/>
                  <a:pt x="207" y="115"/>
                  <a:pt x="207" y="115"/>
                </a:cubicBezTo>
                <a:cubicBezTo>
                  <a:pt x="208" y="117"/>
                  <a:pt x="210" y="119"/>
                  <a:pt x="212" y="121"/>
                </a:cubicBezTo>
                <a:cubicBezTo>
                  <a:pt x="285" y="60"/>
                  <a:pt x="285" y="60"/>
                  <a:pt x="285" y="60"/>
                </a:cubicBezTo>
                <a:cubicBezTo>
                  <a:pt x="283" y="58"/>
                  <a:pt x="281" y="56"/>
                  <a:pt x="280" y="54"/>
                </a:cubicBezTo>
                <a:moveTo>
                  <a:pt x="243" y="23"/>
                </a:moveTo>
                <a:cubicBezTo>
                  <a:pt x="241" y="21"/>
                  <a:pt x="238" y="20"/>
                  <a:pt x="236" y="18"/>
                </a:cubicBezTo>
                <a:cubicBezTo>
                  <a:pt x="188" y="102"/>
                  <a:pt x="188" y="102"/>
                  <a:pt x="188" y="102"/>
                </a:cubicBezTo>
                <a:cubicBezTo>
                  <a:pt x="190" y="103"/>
                  <a:pt x="193" y="104"/>
                  <a:pt x="196" y="106"/>
                </a:cubicBezTo>
                <a:lnTo>
                  <a:pt x="243" y="23"/>
                </a:lnTo>
                <a:close/>
                <a:moveTo>
                  <a:pt x="116" y="112"/>
                </a:moveTo>
                <a:cubicBezTo>
                  <a:pt x="42" y="50"/>
                  <a:pt x="42" y="50"/>
                  <a:pt x="42" y="50"/>
                </a:cubicBezTo>
                <a:cubicBezTo>
                  <a:pt x="39" y="54"/>
                  <a:pt x="36" y="58"/>
                  <a:pt x="33" y="62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9" y="119"/>
                  <a:pt x="112" y="116"/>
                  <a:pt x="116" y="112"/>
                </a:cubicBezTo>
                <a:moveTo>
                  <a:pt x="166" y="95"/>
                </a:moveTo>
                <a:cubicBezTo>
                  <a:pt x="169" y="96"/>
                  <a:pt x="172" y="96"/>
                  <a:pt x="175" y="97"/>
                </a:cubicBezTo>
                <a:cubicBezTo>
                  <a:pt x="192" y="2"/>
                  <a:pt x="192" y="2"/>
                  <a:pt x="192" y="2"/>
                </a:cubicBezTo>
                <a:cubicBezTo>
                  <a:pt x="189" y="1"/>
                  <a:pt x="186" y="1"/>
                  <a:pt x="183" y="0"/>
                </a:cubicBezTo>
                <a:lnTo>
                  <a:pt x="166" y="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08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| White | F-3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13D5E0-87F7-496C-93FF-D2496625D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83"/>
            <a:ext cx="9144000" cy="51435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7697A-EAFE-4135-8921-5431440E6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>
                <a:cs typeface="DIN-Light"/>
              </a:rPr>
              <a:t>This document does not include any export controlled technical data. | Collins Aerospace Proprietary.</a:t>
            </a:r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8732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BLACK.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9EA1E71-B0DD-465E-9427-5EC5252786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54101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41" name="Footer Placeholder 3">
            <a:extLst>
              <a:ext uri="{FF2B5EF4-FFF2-40B4-BE49-F238E27FC236}">
                <a16:creationId xmlns:a16="http://schemas.microsoft.com/office/drawing/2014/main" id="{CCE69EA6-B4A4-42D3-83CB-E441D57D6BB7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D4B673-00C8-4258-B5F1-292D454EE9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373" y="4697531"/>
            <a:ext cx="1563624" cy="26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16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| White | JTA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7697A-EAFE-4135-8921-5431440E6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>
                <a:cs typeface="DIN-Light"/>
              </a:rPr>
              <a:t>This document does not include any export controlled technical data. | Collins Aerospace Proprietary.</a:t>
            </a:r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0251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BLACK.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9EA1E71-B0DD-465E-9427-5EC5252786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47880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41" name="Footer Placeholder 3">
            <a:extLst>
              <a:ext uri="{FF2B5EF4-FFF2-40B4-BE49-F238E27FC236}">
                <a16:creationId xmlns:a16="http://schemas.microsoft.com/office/drawing/2014/main" id="{CCE69EA6-B4A4-42D3-83CB-E441D57D6BB7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42" name="Logo">
            <a:extLst>
              <a:ext uri="{FF2B5EF4-FFF2-40B4-BE49-F238E27FC236}">
                <a16:creationId xmlns:a16="http://schemas.microsoft.com/office/drawing/2014/main" id="{645D6060-DB70-491D-BA0F-B560C8EDADD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7360" y="4698476"/>
            <a:ext cx="1565938" cy="265176"/>
          </a:xfrm>
          <a:custGeom>
            <a:avLst/>
            <a:gdLst>
              <a:gd name="T0" fmla="*/ 1871 w 1887"/>
              <a:gd name="T1" fmla="*/ 204 h 319"/>
              <a:gd name="T2" fmla="*/ 1811 w 1887"/>
              <a:gd name="T3" fmla="*/ 126 h 319"/>
              <a:gd name="T4" fmla="*/ 1886 w 1887"/>
              <a:gd name="T5" fmla="*/ 168 h 319"/>
              <a:gd name="T6" fmla="*/ 1779 w 1887"/>
              <a:gd name="T7" fmla="*/ 204 h 319"/>
              <a:gd name="T8" fmla="*/ 1728 w 1887"/>
              <a:gd name="T9" fmla="*/ 126 h 319"/>
              <a:gd name="T10" fmla="*/ 1751 w 1887"/>
              <a:gd name="T11" fmla="*/ 146 h 319"/>
              <a:gd name="T12" fmla="*/ 1656 w 1887"/>
              <a:gd name="T13" fmla="*/ 179 h 319"/>
              <a:gd name="T14" fmla="*/ 1643 w 1887"/>
              <a:gd name="T15" fmla="*/ 174 h 319"/>
              <a:gd name="T16" fmla="*/ 1611 w 1887"/>
              <a:gd name="T17" fmla="*/ 141 h 319"/>
              <a:gd name="T18" fmla="*/ 1703 w 1887"/>
              <a:gd name="T19" fmla="*/ 115 h 319"/>
              <a:gd name="T20" fmla="*/ 1562 w 1887"/>
              <a:gd name="T21" fmla="*/ 174 h 319"/>
              <a:gd name="T22" fmla="*/ 1549 w 1887"/>
              <a:gd name="T23" fmla="*/ 179 h 319"/>
              <a:gd name="T24" fmla="*/ 1587 w 1887"/>
              <a:gd name="T25" fmla="*/ 126 h 319"/>
              <a:gd name="T26" fmla="*/ 1543 w 1887"/>
              <a:gd name="T27" fmla="*/ 204 h 319"/>
              <a:gd name="T28" fmla="*/ 1448 w 1887"/>
              <a:gd name="T29" fmla="*/ 145 h 319"/>
              <a:gd name="T30" fmla="*/ 1414 w 1887"/>
              <a:gd name="T31" fmla="*/ 198 h 319"/>
              <a:gd name="T32" fmla="*/ 1452 w 1887"/>
              <a:gd name="T33" fmla="*/ 173 h 319"/>
              <a:gd name="T34" fmla="*/ 1453 w 1887"/>
              <a:gd name="T35" fmla="*/ 113 h 319"/>
              <a:gd name="T36" fmla="*/ 1370 w 1887"/>
              <a:gd name="T37" fmla="*/ 175 h 319"/>
              <a:gd name="T38" fmla="*/ 1356 w 1887"/>
              <a:gd name="T39" fmla="*/ 181 h 319"/>
              <a:gd name="T40" fmla="*/ 1321 w 1887"/>
              <a:gd name="T41" fmla="*/ 126 h 319"/>
              <a:gd name="T42" fmla="*/ 1401 w 1887"/>
              <a:gd name="T43" fmla="*/ 178 h 319"/>
              <a:gd name="T44" fmla="*/ 1278 w 1887"/>
              <a:gd name="T45" fmla="*/ 118 h 319"/>
              <a:gd name="T46" fmla="*/ 1270 w 1887"/>
              <a:gd name="T47" fmla="*/ 204 h 319"/>
              <a:gd name="T48" fmla="*/ 1195 w 1887"/>
              <a:gd name="T49" fmla="*/ 150 h 319"/>
              <a:gd name="T50" fmla="*/ 1134 w 1887"/>
              <a:gd name="T51" fmla="*/ 160 h 319"/>
              <a:gd name="T52" fmla="*/ 1221 w 1887"/>
              <a:gd name="T53" fmla="*/ 138 h 319"/>
              <a:gd name="T54" fmla="*/ 1224 w 1887"/>
              <a:gd name="T55" fmla="*/ 197 h 319"/>
              <a:gd name="T56" fmla="*/ 1133 w 1887"/>
              <a:gd name="T57" fmla="*/ 204 h 319"/>
              <a:gd name="T58" fmla="*/ 921 w 1887"/>
              <a:gd name="T59" fmla="*/ 135 h 319"/>
              <a:gd name="T60" fmla="*/ 915 w 1887"/>
              <a:gd name="T61" fmla="*/ 207 h 319"/>
              <a:gd name="T62" fmla="*/ 924 w 1887"/>
              <a:gd name="T63" fmla="*/ 176 h 319"/>
              <a:gd name="T64" fmla="*/ 881 w 1887"/>
              <a:gd name="T65" fmla="*/ 141 h 319"/>
              <a:gd name="T66" fmla="*/ 921 w 1887"/>
              <a:gd name="T67" fmla="*/ 135 h 319"/>
              <a:gd name="T68" fmla="*/ 866 w 1887"/>
              <a:gd name="T69" fmla="*/ 150 h 319"/>
              <a:gd name="T70" fmla="*/ 810 w 1887"/>
              <a:gd name="T71" fmla="*/ 204 h 319"/>
              <a:gd name="T72" fmla="*/ 729 w 1887"/>
              <a:gd name="T73" fmla="*/ 115 h 319"/>
              <a:gd name="T74" fmla="*/ 762 w 1887"/>
              <a:gd name="T75" fmla="*/ 85 h 319"/>
              <a:gd name="T76" fmla="*/ 676 w 1887"/>
              <a:gd name="T77" fmla="*/ 73 h 319"/>
              <a:gd name="T78" fmla="*/ 578 w 1887"/>
              <a:gd name="T79" fmla="*/ 175 h 319"/>
              <a:gd name="T80" fmla="*/ 564 w 1887"/>
              <a:gd name="T81" fmla="*/ 181 h 319"/>
              <a:gd name="T82" fmla="*/ 529 w 1887"/>
              <a:gd name="T83" fmla="*/ 125 h 319"/>
              <a:gd name="T84" fmla="*/ 609 w 1887"/>
              <a:gd name="T85" fmla="*/ 178 h 319"/>
              <a:gd name="T86" fmla="*/ 432 w 1887"/>
              <a:gd name="T87" fmla="*/ 201 h 319"/>
              <a:gd name="T88" fmla="*/ 464 w 1887"/>
              <a:gd name="T89" fmla="*/ 72 h 319"/>
              <a:gd name="T90" fmla="*/ 480 w 1887"/>
              <a:gd name="T91" fmla="*/ 104 h 319"/>
              <a:gd name="T92" fmla="*/ 449 w 1887"/>
              <a:gd name="T93" fmla="*/ 173 h 319"/>
              <a:gd name="T94" fmla="*/ 154 w 1887"/>
              <a:gd name="T95" fmla="*/ 95 h 319"/>
              <a:gd name="T96" fmla="*/ 122 w 1887"/>
              <a:gd name="T97" fmla="*/ 107 h 319"/>
              <a:gd name="T98" fmla="*/ 95 w 1887"/>
              <a:gd name="T99" fmla="*/ 160 h 319"/>
              <a:gd name="T100" fmla="*/ 30 w 1887"/>
              <a:gd name="T101" fmla="*/ 253 h 319"/>
              <a:gd name="T102" fmla="*/ 146 w 1887"/>
              <a:gd name="T103" fmla="*/ 319 h 319"/>
              <a:gd name="T104" fmla="*/ 220 w 1887"/>
              <a:gd name="T105" fmla="*/ 231 h 319"/>
              <a:gd name="T106" fmla="*/ 318 w 1887"/>
              <a:gd name="T107" fmla="*/ 177 h 319"/>
              <a:gd name="T108" fmla="*/ 13 w 1887"/>
              <a:gd name="T109" fmla="*/ 96 h 319"/>
              <a:gd name="T110" fmla="*/ 280 w 1887"/>
              <a:gd name="T111" fmla="*/ 54 h 319"/>
              <a:gd name="T112" fmla="*/ 42 w 1887"/>
              <a:gd name="T113" fmla="*/ 50 h 319"/>
              <a:gd name="T114" fmla="*/ 183 w 1887"/>
              <a:gd name="T11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87" h="319">
                <a:moveTo>
                  <a:pt x="1859" y="150"/>
                </a:moveTo>
                <a:cubicBezTo>
                  <a:pt x="1858" y="145"/>
                  <a:pt x="1856" y="142"/>
                  <a:pt x="1854" y="139"/>
                </a:cubicBezTo>
                <a:cubicBezTo>
                  <a:pt x="1851" y="136"/>
                  <a:pt x="1848" y="135"/>
                  <a:pt x="1844" y="135"/>
                </a:cubicBezTo>
                <a:cubicBezTo>
                  <a:pt x="1835" y="135"/>
                  <a:pt x="1830" y="140"/>
                  <a:pt x="1828" y="150"/>
                </a:cubicBezTo>
                <a:lnTo>
                  <a:pt x="1859" y="150"/>
                </a:lnTo>
                <a:close/>
                <a:moveTo>
                  <a:pt x="1887" y="197"/>
                </a:moveTo>
                <a:cubicBezTo>
                  <a:pt x="1883" y="200"/>
                  <a:pt x="1877" y="203"/>
                  <a:pt x="1871" y="204"/>
                </a:cubicBezTo>
                <a:cubicBezTo>
                  <a:pt x="1865" y="206"/>
                  <a:pt x="1858" y="207"/>
                  <a:pt x="1851" y="207"/>
                </a:cubicBezTo>
                <a:cubicBezTo>
                  <a:pt x="1843" y="207"/>
                  <a:pt x="1835" y="206"/>
                  <a:pt x="1829" y="203"/>
                </a:cubicBezTo>
                <a:cubicBezTo>
                  <a:pt x="1822" y="201"/>
                  <a:pt x="1817" y="198"/>
                  <a:pt x="1812" y="194"/>
                </a:cubicBezTo>
                <a:cubicBezTo>
                  <a:pt x="1807" y="190"/>
                  <a:pt x="1804" y="185"/>
                  <a:pt x="1801" y="179"/>
                </a:cubicBezTo>
                <a:cubicBezTo>
                  <a:pt x="1799" y="173"/>
                  <a:pt x="1798" y="167"/>
                  <a:pt x="1798" y="160"/>
                </a:cubicBezTo>
                <a:cubicBezTo>
                  <a:pt x="1798" y="153"/>
                  <a:pt x="1799" y="146"/>
                  <a:pt x="1801" y="141"/>
                </a:cubicBezTo>
                <a:cubicBezTo>
                  <a:pt x="1803" y="135"/>
                  <a:pt x="1806" y="130"/>
                  <a:pt x="1811" y="126"/>
                </a:cubicBezTo>
                <a:cubicBezTo>
                  <a:pt x="1815" y="122"/>
                  <a:pt x="1820" y="118"/>
                  <a:pt x="1825" y="116"/>
                </a:cubicBezTo>
                <a:cubicBezTo>
                  <a:pt x="1831" y="114"/>
                  <a:pt x="1837" y="113"/>
                  <a:pt x="1844" y="113"/>
                </a:cubicBezTo>
                <a:cubicBezTo>
                  <a:pt x="1851" y="113"/>
                  <a:pt x="1857" y="114"/>
                  <a:pt x="1862" y="116"/>
                </a:cubicBezTo>
                <a:cubicBezTo>
                  <a:pt x="1867" y="118"/>
                  <a:pt x="1872" y="121"/>
                  <a:pt x="1876" y="125"/>
                </a:cubicBezTo>
                <a:cubicBezTo>
                  <a:pt x="1880" y="128"/>
                  <a:pt x="1882" y="133"/>
                  <a:pt x="1884" y="138"/>
                </a:cubicBezTo>
                <a:cubicBezTo>
                  <a:pt x="1886" y="144"/>
                  <a:pt x="1887" y="150"/>
                  <a:pt x="1887" y="157"/>
                </a:cubicBezTo>
                <a:cubicBezTo>
                  <a:pt x="1887" y="161"/>
                  <a:pt x="1887" y="165"/>
                  <a:pt x="1886" y="168"/>
                </a:cubicBezTo>
                <a:cubicBezTo>
                  <a:pt x="1828" y="168"/>
                  <a:pt x="1828" y="168"/>
                  <a:pt x="1828" y="168"/>
                </a:cubicBezTo>
                <a:cubicBezTo>
                  <a:pt x="1831" y="178"/>
                  <a:pt x="1840" y="183"/>
                  <a:pt x="1854" y="183"/>
                </a:cubicBezTo>
                <a:cubicBezTo>
                  <a:pt x="1858" y="183"/>
                  <a:pt x="1862" y="182"/>
                  <a:pt x="1866" y="181"/>
                </a:cubicBezTo>
                <a:cubicBezTo>
                  <a:pt x="1870" y="180"/>
                  <a:pt x="1874" y="179"/>
                  <a:pt x="1877" y="178"/>
                </a:cubicBezTo>
                <a:lnTo>
                  <a:pt x="1887" y="197"/>
                </a:lnTo>
                <a:close/>
                <a:moveTo>
                  <a:pt x="1794" y="198"/>
                </a:moveTo>
                <a:cubicBezTo>
                  <a:pt x="1790" y="201"/>
                  <a:pt x="1785" y="203"/>
                  <a:pt x="1779" y="204"/>
                </a:cubicBezTo>
                <a:cubicBezTo>
                  <a:pt x="1774" y="206"/>
                  <a:pt x="1769" y="206"/>
                  <a:pt x="1763" y="206"/>
                </a:cubicBezTo>
                <a:cubicBezTo>
                  <a:pt x="1755" y="206"/>
                  <a:pt x="1748" y="205"/>
                  <a:pt x="1742" y="203"/>
                </a:cubicBezTo>
                <a:cubicBezTo>
                  <a:pt x="1736" y="201"/>
                  <a:pt x="1731" y="198"/>
                  <a:pt x="1727" y="194"/>
                </a:cubicBezTo>
                <a:cubicBezTo>
                  <a:pt x="1723" y="190"/>
                  <a:pt x="1719" y="185"/>
                  <a:pt x="1717" y="179"/>
                </a:cubicBezTo>
                <a:cubicBezTo>
                  <a:pt x="1715" y="173"/>
                  <a:pt x="1714" y="167"/>
                  <a:pt x="1714" y="160"/>
                </a:cubicBezTo>
                <a:cubicBezTo>
                  <a:pt x="1714" y="153"/>
                  <a:pt x="1715" y="147"/>
                  <a:pt x="1718" y="141"/>
                </a:cubicBezTo>
                <a:cubicBezTo>
                  <a:pt x="1720" y="135"/>
                  <a:pt x="1723" y="130"/>
                  <a:pt x="1728" y="126"/>
                </a:cubicBezTo>
                <a:cubicBezTo>
                  <a:pt x="1732" y="122"/>
                  <a:pt x="1737" y="119"/>
                  <a:pt x="1743" y="116"/>
                </a:cubicBezTo>
                <a:cubicBezTo>
                  <a:pt x="1749" y="114"/>
                  <a:pt x="1756" y="113"/>
                  <a:pt x="1763" y="113"/>
                </a:cubicBezTo>
                <a:cubicBezTo>
                  <a:pt x="1773" y="113"/>
                  <a:pt x="1781" y="115"/>
                  <a:pt x="1788" y="118"/>
                </a:cubicBezTo>
                <a:cubicBezTo>
                  <a:pt x="1784" y="144"/>
                  <a:pt x="1784" y="144"/>
                  <a:pt x="1784" y="144"/>
                </a:cubicBezTo>
                <a:cubicBezTo>
                  <a:pt x="1782" y="143"/>
                  <a:pt x="1779" y="142"/>
                  <a:pt x="1775" y="141"/>
                </a:cubicBezTo>
                <a:cubicBezTo>
                  <a:pt x="1772" y="141"/>
                  <a:pt x="1769" y="140"/>
                  <a:pt x="1767" y="140"/>
                </a:cubicBezTo>
                <a:cubicBezTo>
                  <a:pt x="1760" y="140"/>
                  <a:pt x="1755" y="142"/>
                  <a:pt x="1751" y="146"/>
                </a:cubicBezTo>
                <a:cubicBezTo>
                  <a:pt x="1747" y="149"/>
                  <a:pt x="1745" y="154"/>
                  <a:pt x="1745" y="160"/>
                </a:cubicBezTo>
                <a:cubicBezTo>
                  <a:pt x="1745" y="166"/>
                  <a:pt x="1747" y="170"/>
                  <a:pt x="1751" y="174"/>
                </a:cubicBezTo>
                <a:cubicBezTo>
                  <a:pt x="1755" y="177"/>
                  <a:pt x="1760" y="179"/>
                  <a:pt x="1767" y="179"/>
                </a:cubicBezTo>
                <a:cubicBezTo>
                  <a:pt x="1770" y="179"/>
                  <a:pt x="1772" y="179"/>
                  <a:pt x="1775" y="178"/>
                </a:cubicBezTo>
                <a:cubicBezTo>
                  <a:pt x="1778" y="178"/>
                  <a:pt x="1780" y="177"/>
                  <a:pt x="1782" y="176"/>
                </a:cubicBezTo>
                <a:lnTo>
                  <a:pt x="1794" y="198"/>
                </a:lnTo>
                <a:close/>
                <a:moveTo>
                  <a:pt x="1656" y="179"/>
                </a:moveTo>
                <a:cubicBezTo>
                  <a:pt x="1662" y="179"/>
                  <a:pt x="1666" y="177"/>
                  <a:pt x="1669" y="174"/>
                </a:cubicBezTo>
                <a:cubicBezTo>
                  <a:pt x="1673" y="170"/>
                  <a:pt x="1674" y="165"/>
                  <a:pt x="1674" y="160"/>
                </a:cubicBezTo>
                <a:cubicBezTo>
                  <a:pt x="1674" y="154"/>
                  <a:pt x="1673" y="149"/>
                  <a:pt x="1669" y="145"/>
                </a:cubicBezTo>
                <a:cubicBezTo>
                  <a:pt x="1666" y="142"/>
                  <a:pt x="1662" y="140"/>
                  <a:pt x="1656" y="140"/>
                </a:cubicBezTo>
                <a:cubicBezTo>
                  <a:pt x="1651" y="140"/>
                  <a:pt x="1647" y="142"/>
                  <a:pt x="1643" y="145"/>
                </a:cubicBezTo>
                <a:cubicBezTo>
                  <a:pt x="1640" y="149"/>
                  <a:pt x="1638" y="154"/>
                  <a:pt x="1638" y="160"/>
                </a:cubicBezTo>
                <a:cubicBezTo>
                  <a:pt x="1638" y="165"/>
                  <a:pt x="1640" y="170"/>
                  <a:pt x="1643" y="174"/>
                </a:cubicBezTo>
                <a:cubicBezTo>
                  <a:pt x="1647" y="177"/>
                  <a:pt x="1651" y="179"/>
                  <a:pt x="1656" y="179"/>
                </a:cubicBezTo>
                <a:moveTo>
                  <a:pt x="1648" y="207"/>
                </a:moveTo>
                <a:cubicBezTo>
                  <a:pt x="1642" y="207"/>
                  <a:pt x="1637" y="206"/>
                  <a:pt x="1632" y="203"/>
                </a:cubicBezTo>
                <a:cubicBezTo>
                  <a:pt x="1627" y="201"/>
                  <a:pt x="1622" y="198"/>
                  <a:pt x="1619" y="194"/>
                </a:cubicBezTo>
                <a:cubicBezTo>
                  <a:pt x="1615" y="189"/>
                  <a:pt x="1613" y="185"/>
                  <a:pt x="1611" y="179"/>
                </a:cubicBezTo>
                <a:cubicBezTo>
                  <a:pt x="1609" y="173"/>
                  <a:pt x="1608" y="167"/>
                  <a:pt x="1608" y="160"/>
                </a:cubicBezTo>
                <a:cubicBezTo>
                  <a:pt x="1608" y="153"/>
                  <a:pt x="1609" y="147"/>
                  <a:pt x="1611" y="141"/>
                </a:cubicBezTo>
                <a:cubicBezTo>
                  <a:pt x="1613" y="135"/>
                  <a:pt x="1616" y="130"/>
                  <a:pt x="1619" y="126"/>
                </a:cubicBezTo>
                <a:cubicBezTo>
                  <a:pt x="1623" y="122"/>
                  <a:pt x="1627" y="119"/>
                  <a:pt x="1633" y="116"/>
                </a:cubicBezTo>
                <a:cubicBezTo>
                  <a:pt x="1638" y="114"/>
                  <a:pt x="1643" y="113"/>
                  <a:pt x="1649" y="113"/>
                </a:cubicBezTo>
                <a:cubicBezTo>
                  <a:pt x="1654" y="113"/>
                  <a:pt x="1659" y="114"/>
                  <a:pt x="1663" y="116"/>
                </a:cubicBezTo>
                <a:cubicBezTo>
                  <a:pt x="1668" y="118"/>
                  <a:pt x="1671" y="122"/>
                  <a:pt x="1674" y="126"/>
                </a:cubicBezTo>
                <a:cubicBezTo>
                  <a:pt x="1674" y="115"/>
                  <a:pt x="1674" y="115"/>
                  <a:pt x="1674" y="115"/>
                </a:cubicBezTo>
                <a:cubicBezTo>
                  <a:pt x="1703" y="115"/>
                  <a:pt x="1703" y="115"/>
                  <a:pt x="1703" y="115"/>
                </a:cubicBezTo>
                <a:cubicBezTo>
                  <a:pt x="1703" y="204"/>
                  <a:pt x="1703" y="204"/>
                  <a:pt x="1703" y="204"/>
                </a:cubicBezTo>
                <a:cubicBezTo>
                  <a:pt x="1674" y="204"/>
                  <a:pt x="1674" y="204"/>
                  <a:pt x="1674" y="204"/>
                </a:cubicBezTo>
                <a:cubicBezTo>
                  <a:pt x="1674" y="194"/>
                  <a:pt x="1674" y="194"/>
                  <a:pt x="1674" y="194"/>
                </a:cubicBezTo>
                <a:cubicBezTo>
                  <a:pt x="1671" y="198"/>
                  <a:pt x="1668" y="201"/>
                  <a:pt x="1663" y="203"/>
                </a:cubicBezTo>
                <a:cubicBezTo>
                  <a:pt x="1659" y="206"/>
                  <a:pt x="1654" y="207"/>
                  <a:pt x="1648" y="207"/>
                </a:cubicBezTo>
                <a:moveTo>
                  <a:pt x="1549" y="179"/>
                </a:moveTo>
                <a:cubicBezTo>
                  <a:pt x="1554" y="179"/>
                  <a:pt x="1559" y="177"/>
                  <a:pt x="1562" y="174"/>
                </a:cubicBezTo>
                <a:cubicBezTo>
                  <a:pt x="1565" y="170"/>
                  <a:pt x="1567" y="165"/>
                  <a:pt x="1567" y="160"/>
                </a:cubicBezTo>
                <a:cubicBezTo>
                  <a:pt x="1567" y="154"/>
                  <a:pt x="1565" y="149"/>
                  <a:pt x="1562" y="145"/>
                </a:cubicBezTo>
                <a:cubicBezTo>
                  <a:pt x="1559" y="142"/>
                  <a:pt x="1554" y="140"/>
                  <a:pt x="1549" y="140"/>
                </a:cubicBezTo>
                <a:cubicBezTo>
                  <a:pt x="1544" y="140"/>
                  <a:pt x="1540" y="142"/>
                  <a:pt x="1536" y="145"/>
                </a:cubicBezTo>
                <a:cubicBezTo>
                  <a:pt x="1533" y="149"/>
                  <a:pt x="1531" y="154"/>
                  <a:pt x="1531" y="160"/>
                </a:cubicBezTo>
                <a:cubicBezTo>
                  <a:pt x="1531" y="165"/>
                  <a:pt x="1533" y="170"/>
                  <a:pt x="1536" y="174"/>
                </a:cubicBezTo>
                <a:cubicBezTo>
                  <a:pt x="1540" y="177"/>
                  <a:pt x="1544" y="179"/>
                  <a:pt x="1549" y="179"/>
                </a:cubicBezTo>
                <a:moveTo>
                  <a:pt x="1502" y="115"/>
                </a:moveTo>
                <a:cubicBezTo>
                  <a:pt x="1531" y="115"/>
                  <a:pt x="1531" y="115"/>
                  <a:pt x="1531" y="115"/>
                </a:cubicBezTo>
                <a:cubicBezTo>
                  <a:pt x="1531" y="125"/>
                  <a:pt x="1531" y="125"/>
                  <a:pt x="1531" y="125"/>
                </a:cubicBezTo>
                <a:cubicBezTo>
                  <a:pt x="1534" y="121"/>
                  <a:pt x="1538" y="118"/>
                  <a:pt x="1542" y="116"/>
                </a:cubicBezTo>
                <a:cubicBezTo>
                  <a:pt x="1547" y="114"/>
                  <a:pt x="1552" y="113"/>
                  <a:pt x="1558" y="113"/>
                </a:cubicBezTo>
                <a:cubicBezTo>
                  <a:pt x="1563" y="113"/>
                  <a:pt x="1569" y="114"/>
                  <a:pt x="1574" y="116"/>
                </a:cubicBezTo>
                <a:cubicBezTo>
                  <a:pt x="1579" y="118"/>
                  <a:pt x="1583" y="122"/>
                  <a:pt x="1587" y="126"/>
                </a:cubicBezTo>
                <a:cubicBezTo>
                  <a:pt x="1590" y="130"/>
                  <a:pt x="1593" y="135"/>
                  <a:pt x="1595" y="140"/>
                </a:cubicBezTo>
                <a:cubicBezTo>
                  <a:pt x="1597" y="146"/>
                  <a:pt x="1598" y="152"/>
                  <a:pt x="1598" y="159"/>
                </a:cubicBezTo>
                <a:cubicBezTo>
                  <a:pt x="1598" y="166"/>
                  <a:pt x="1597" y="172"/>
                  <a:pt x="1595" y="178"/>
                </a:cubicBezTo>
                <a:cubicBezTo>
                  <a:pt x="1593" y="184"/>
                  <a:pt x="1590" y="189"/>
                  <a:pt x="1586" y="193"/>
                </a:cubicBezTo>
                <a:cubicBezTo>
                  <a:pt x="1582" y="197"/>
                  <a:pt x="1578" y="201"/>
                  <a:pt x="1573" y="203"/>
                </a:cubicBezTo>
                <a:cubicBezTo>
                  <a:pt x="1568" y="205"/>
                  <a:pt x="1563" y="207"/>
                  <a:pt x="1557" y="207"/>
                </a:cubicBezTo>
                <a:cubicBezTo>
                  <a:pt x="1552" y="207"/>
                  <a:pt x="1547" y="206"/>
                  <a:pt x="1543" y="204"/>
                </a:cubicBezTo>
                <a:cubicBezTo>
                  <a:pt x="1539" y="202"/>
                  <a:pt x="1536" y="199"/>
                  <a:pt x="1533" y="196"/>
                </a:cubicBezTo>
                <a:cubicBezTo>
                  <a:pt x="1533" y="243"/>
                  <a:pt x="1533" y="243"/>
                  <a:pt x="1533" y="243"/>
                </a:cubicBezTo>
                <a:cubicBezTo>
                  <a:pt x="1502" y="243"/>
                  <a:pt x="1502" y="243"/>
                  <a:pt x="1502" y="243"/>
                </a:cubicBezTo>
                <a:lnTo>
                  <a:pt x="1502" y="115"/>
                </a:lnTo>
                <a:close/>
                <a:moveTo>
                  <a:pt x="1455" y="135"/>
                </a:moveTo>
                <a:cubicBezTo>
                  <a:pt x="1449" y="135"/>
                  <a:pt x="1445" y="137"/>
                  <a:pt x="1445" y="140"/>
                </a:cubicBezTo>
                <a:cubicBezTo>
                  <a:pt x="1445" y="142"/>
                  <a:pt x="1446" y="144"/>
                  <a:pt x="1448" y="145"/>
                </a:cubicBezTo>
                <a:cubicBezTo>
                  <a:pt x="1450" y="146"/>
                  <a:pt x="1454" y="147"/>
                  <a:pt x="1459" y="148"/>
                </a:cubicBezTo>
                <a:cubicBezTo>
                  <a:pt x="1469" y="151"/>
                  <a:pt x="1477" y="154"/>
                  <a:pt x="1482" y="159"/>
                </a:cubicBezTo>
                <a:cubicBezTo>
                  <a:pt x="1487" y="164"/>
                  <a:pt x="1489" y="170"/>
                  <a:pt x="1489" y="179"/>
                </a:cubicBezTo>
                <a:cubicBezTo>
                  <a:pt x="1489" y="187"/>
                  <a:pt x="1486" y="194"/>
                  <a:pt x="1479" y="199"/>
                </a:cubicBezTo>
                <a:cubicBezTo>
                  <a:pt x="1472" y="204"/>
                  <a:pt x="1462" y="207"/>
                  <a:pt x="1449" y="207"/>
                </a:cubicBezTo>
                <a:cubicBezTo>
                  <a:pt x="1442" y="207"/>
                  <a:pt x="1436" y="206"/>
                  <a:pt x="1429" y="204"/>
                </a:cubicBezTo>
                <a:cubicBezTo>
                  <a:pt x="1423" y="203"/>
                  <a:pt x="1418" y="201"/>
                  <a:pt x="1414" y="198"/>
                </a:cubicBezTo>
                <a:cubicBezTo>
                  <a:pt x="1424" y="180"/>
                  <a:pt x="1424" y="180"/>
                  <a:pt x="1424" y="180"/>
                </a:cubicBezTo>
                <a:cubicBezTo>
                  <a:pt x="1427" y="181"/>
                  <a:pt x="1431" y="182"/>
                  <a:pt x="1436" y="183"/>
                </a:cubicBezTo>
                <a:cubicBezTo>
                  <a:pt x="1440" y="184"/>
                  <a:pt x="1444" y="184"/>
                  <a:pt x="1447" y="184"/>
                </a:cubicBezTo>
                <a:cubicBezTo>
                  <a:pt x="1455" y="184"/>
                  <a:pt x="1458" y="182"/>
                  <a:pt x="1458" y="179"/>
                </a:cubicBezTo>
                <a:cubicBezTo>
                  <a:pt x="1458" y="178"/>
                  <a:pt x="1458" y="177"/>
                  <a:pt x="1458" y="176"/>
                </a:cubicBezTo>
                <a:cubicBezTo>
                  <a:pt x="1458" y="176"/>
                  <a:pt x="1457" y="175"/>
                  <a:pt x="1456" y="175"/>
                </a:cubicBezTo>
                <a:cubicBezTo>
                  <a:pt x="1455" y="174"/>
                  <a:pt x="1454" y="173"/>
                  <a:pt x="1452" y="173"/>
                </a:cubicBezTo>
                <a:cubicBezTo>
                  <a:pt x="1450" y="172"/>
                  <a:pt x="1448" y="172"/>
                  <a:pt x="1445" y="171"/>
                </a:cubicBezTo>
                <a:cubicBezTo>
                  <a:pt x="1440" y="170"/>
                  <a:pt x="1435" y="168"/>
                  <a:pt x="1432" y="166"/>
                </a:cubicBezTo>
                <a:cubicBezTo>
                  <a:pt x="1428" y="164"/>
                  <a:pt x="1425" y="162"/>
                  <a:pt x="1422" y="160"/>
                </a:cubicBezTo>
                <a:cubicBezTo>
                  <a:pt x="1420" y="157"/>
                  <a:pt x="1418" y="155"/>
                  <a:pt x="1417" y="152"/>
                </a:cubicBezTo>
                <a:cubicBezTo>
                  <a:pt x="1416" y="148"/>
                  <a:pt x="1415" y="145"/>
                  <a:pt x="1415" y="141"/>
                </a:cubicBezTo>
                <a:cubicBezTo>
                  <a:pt x="1415" y="132"/>
                  <a:pt x="1418" y="125"/>
                  <a:pt x="1425" y="120"/>
                </a:cubicBezTo>
                <a:cubicBezTo>
                  <a:pt x="1432" y="115"/>
                  <a:pt x="1441" y="113"/>
                  <a:pt x="1453" y="113"/>
                </a:cubicBezTo>
                <a:cubicBezTo>
                  <a:pt x="1459" y="113"/>
                  <a:pt x="1465" y="113"/>
                  <a:pt x="1471" y="115"/>
                </a:cubicBezTo>
                <a:cubicBezTo>
                  <a:pt x="1476" y="116"/>
                  <a:pt x="1481" y="117"/>
                  <a:pt x="1485" y="120"/>
                </a:cubicBezTo>
                <a:cubicBezTo>
                  <a:pt x="1482" y="142"/>
                  <a:pt x="1482" y="142"/>
                  <a:pt x="1482" y="142"/>
                </a:cubicBezTo>
                <a:cubicBezTo>
                  <a:pt x="1478" y="140"/>
                  <a:pt x="1473" y="138"/>
                  <a:pt x="1468" y="137"/>
                </a:cubicBezTo>
                <a:cubicBezTo>
                  <a:pt x="1464" y="136"/>
                  <a:pt x="1459" y="135"/>
                  <a:pt x="1455" y="135"/>
                </a:cubicBezTo>
                <a:moveTo>
                  <a:pt x="1356" y="181"/>
                </a:moveTo>
                <a:cubicBezTo>
                  <a:pt x="1362" y="181"/>
                  <a:pt x="1366" y="179"/>
                  <a:pt x="1370" y="175"/>
                </a:cubicBezTo>
                <a:cubicBezTo>
                  <a:pt x="1373" y="171"/>
                  <a:pt x="1375" y="166"/>
                  <a:pt x="1375" y="160"/>
                </a:cubicBezTo>
                <a:cubicBezTo>
                  <a:pt x="1375" y="153"/>
                  <a:pt x="1373" y="148"/>
                  <a:pt x="1370" y="144"/>
                </a:cubicBezTo>
                <a:cubicBezTo>
                  <a:pt x="1366" y="140"/>
                  <a:pt x="1362" y="139"/>
                  <a:pt x="1356" y="139"/>
                </a:cubicBezTo>
                <a:cubicBezTo>
                  <a:pt x="1350" y="139"/>
                  <a:pt x="1345" y="140"/>
                  <a:pt x="1342" y="144"/>
                </a:cubicBezTo>
                <a:cubicBezTo>
                  <a:pt x="1338" y="148"/>
                  <a:pt x="1337" y="153"/>
                  <a:pt x="1337" y="160"/>
                </a:cubicBezTo>
                <a:cubicBezTo>
                  <a:pt x="1337" y="166"/>
                  <a:pt x="1338" y="171"/>
                  <a:pt x="1342" y="175"/>
                </a:cubicBezTo>
                <a:cubicBezTo>
                  <a:pt x="1345" y="179"/>
                  <a:pt x="1350" y="181"/>
                  <a:pt x="1356" y="181"/>
                </a:cubicBezTo>
                <a:moveTo>
                  <a:pt x="1356" y="207"/>
                </a:moveTo>
                <a:cubicBezTo>
                  <a:pt x="1349" y="207"/>
                  <a:pt x="1342" y="205"/>
                  <a:pt x="1336" y="203"/>
                </a:cubicBezTo>
                <a:cubicBezTo>
                  <a:pt x="1330" y="201"/>
                  <a:pt x="1325" y="198"/>
                  <a:pt x="1321" y="193"/>
                </a:cubicBezTo>
                <a:cubicBezTo>
                  <a:pt x="1317" y="189"/>
                  <a:pt x="1313" y="184"/>
                  <a:pt x="1311" y="178"/>
                </a:cubicBezTo>
                <a:cubicBezTo>
                  <a:pt x="1308" y="173"/>
                  <a:pt x="1307" y="166"/>
                  <a:pt x="1307" y="160"/>
                </a:cubicBezTo>
                <a:cubicBezTo>
                  <a:pt x="1307" y="153"/>
                  <a:pt x="1308" y="147"/>
                  <a:pt x="1311" y="141"/>
                </a:cubicBezTo>
                <a:cubicBezTo>
                  <a:pt x="1313" y="135"/>
                  <a:pt x="1317" y="130"/>
                  <a:pt x="1321" y="126"/>
                </a:cubicBezTo>
                <a:cubicBezTo>
                  <a:pt x="1325" y="122"/>
                  <a:pt x="1331" y="118"/>
                  <a:pt x="1337" y="116"/>
                </a:cubicBezTo>
                <a:cubicBezTo>
                  <a:pt x="1342" y="114"/>
                  <a:pt x="1349" y="113"/>
                  <a:pt x="1356" y="113"/>
                </a:cubicBezTo>
                <a:cubicBezTo>
                  <a:pt x="1363" y="113"/>
                  <a:pt x="1369" y="114"/>
                  <a:pt x="1375" y="116"/>
                </a:cubicBezTo>
                <a:cubicBezTo>
                  <a:pt x="1381" y="118"/>
                  <a:pt x="1386" y="122"/>
                  <a:pt x="1391" y="126"/>
                </a:cubicBezTo>
                <a:cubicBezTo>
                  <a:pt x="1395" y="130"/>
                  <a:pt x="1398" y="135"/>
                  <a:pt x="1401" y="141"/>
                </a:cubicBezTo>
                <a:cubicBezTo>
                  <a:pt x="1403" y="147"/>
                  <a:pt x="1404" y="153"/>
                  <a:pt x="1404" y="160"/>
                </a:cubicBezTo>
                <a:cubicBezTo>
                  <a:pt x="1404" y="166"/>
                  <a:pt x="1403" y="173"/>
                  <a:pt x="1401" y="178"/>
                </a:cubicBezTo>
                <a:cubicBezTo>
                  <a:pt x="1398" y="184"/>
                  <a:pt x="1395" y="189"/>
                  <a:pt x="1391" y="193"/>
                </a:cubicBezTo>
                <a:cubicBezTo>
                  <a:pt x="1386" y="197"/>
                  <a:pt x="1381" y="201"/>
                  <a:pt x="1375" y="203"/>
                </a:cubicBezTo>
                <a:cubicBezTo>
                  <a:pt x="1369" y="205"/>
                  <a:pt x="1363" y="207"/>
                  <a:pt x="1356" y="207"/>
                </a:cubicBezTo>
                <a:moveTo>
                  <a:pt x="1239" y="115"/>
                </a:moveTo>
                <a:cubicBezTo>
                  <a:pt x="1269" y="115"/>
                  <a:pt x="1269" y="115"/>
                  <a:pt x="1269" y="115"/>
                </a:cubicBezTo>
                <a:cubicBezTo>
                  <a:pt x="1269" y="129"/>
                  <a:pt x="1269" y="129"/>
                  <a:pt x="1269" y="129"/>
                </a:cubicBezTo>
                <a:cubicBezTo>
                  <a:pt x="1271" y="124"/>
                  <a:pt x="1274" y="120"/>
                  <a:pt x="1278" y="118"/>
                </a:cubicBezTo>
                <a:cubicBezTo>
                  <a:pt x="1282" y="115"/>
                  <a:pt x="1286" y="114"/>
                  <a:pt x="1291" y="114"/>
                </a:cubicBezTo>
                <a:cubicBezTo>
                  <a:pt x="1295" y="114"/>
                  <a:pt x="1299" y="114"/>
                  <a:pt x="1301" y="116"/>
                </a:cubicBezTo>
                <a:cubicBezTo>
                  <a:pt x="1299" y="145"/>
                  <a:pt x="1299" y="145"/>
                  <a:pt x="1299" y="145"/>
                </a:cubicBezTo>
                <a:cubicBezTo>
                  <a:pt x="1297" y="144"/>
                  <a:pt x="1296" y="143"/>
                  <a:pt x="1293" y="143"/>
                </a:cubicBezTo>
                <a:cubicBezTo>
                  <a:pt x="1291" y="143"/>
                  <a:pt x="1289" y="142"/>
                  <a:pt x="1288" y="142"/>
                </a:cubicBezTo>
                <a:cubicBezTo>
                  <a:pt x="1276" y="142"/>
                  <a:pt x="1270" y="150"/>
                  <a:pt x="1270" y="166"/>
                </a:cubicBezTo>
                <a:cubicBezTo>
                  <a:pt x="1270" y="204"/>
                  <a:pt x="1270" y="204"/>
                  <a:pt x="1270" y="204"/>
                </a:cubicBezTo>
                <a:cubicBezTo>
                  <a:pt x="1239" y="204"/>
                  <a:pt x="1239" y="204"/>
                  <a:pt x="1239" y="204"/>
                </a:cubicBezTo>
                <a:lnTo>
                  <a:pt x="1239" y="115"/>
                </a:lnTo>
                <a:close/>
                <a:moveTo>
                  <a:pt x="1195" y="150"/>
                </a:moveTo>
                <a:cubicBezTo>
                  <a:pt x="1195" y="145"/>
                  <a:pt x="1193" y="142"/>
                  <a:pt x="1191" y="139"/>
                </a:cubicBezTo>
                <a:cubicBezTo>
                  <a:pt x="1188" y="136"/>
                  <a:pt x="1184" y="135"/>
                  <a:pt x="1180" y="135"/>
                </a:cubicBezTo>
                <a:cubicBezTo>
                  <a:pt x="1172" y="135"/>
                  <a:pt x="1166" y="140"/>
                  <a:pt x="1164" y="150"/>
                </a:cubicBezTo>
                <a:lnTo>
                  <a:pt x="1195" y="150"/>
                </a:lnTo>
                <a:close/>
                <a:moveTo>
                  <a:pt x="1224" y="197"/>
                </a:moveTo>
                <a:cubicBezTo>
                  <a:pt x="1219" y="200"/>
                  <a:pt x="1214" y="203"/>
                  <a:pt x="1208" y="204"/>
                </a:cubicBezTo>
                <a:cubicBezTo>
                  <a:pt x="1201" y="206"/>
                  <a:pt x="1195" y="207"/>
                  <a:pt x="1188" y="207"/>
                </a:cubicBezTo>
                <a:cubicBezTo>
                  <a:pt x="1180" y="207"/>
                  <a:pt x="1172" y="206"/>
                  <a:pt x="1166" y="203"/>
                </a:cubicBezTo>
                <a:cubicBezTo>
                  <a:pt x="1159" y="201"/>
                  <a:pt x="1153" y="198"/>
                  <a:pt x="1149" y="194"/>
                </a:cubicBezTo>
                <a:cubicBezTo>
                  <a:pt x="1144" y="190"/>
                  <a:pt x="1141" y="185"/>
                  <a:pt x="1138" y="179"/>
                </a:cubicBezTo>
                <a:cubicBezTo>
                  <a:pt x="1136" y="173"/>
                  <a:pt x="1134" y="167"/>
                  <a:pt x="1134" y="160"/>
                </a:cubicBezTo>
                <a:cubicBezTo>
                  <a:pt x="1134" y="153"/>
                  <a:pt x="1136" y="146"/>
                  <a:pt x="1138" y="141"/>
                </a:cubicBezTo>
                <a:cubicBezTo>
                  <a:pt x="1140" y="135"/>
                  <a:pt x="1143" y="130"/>
                  <a:pt x="1147" y="126"/>
                </a:cubicBezTo>
                <a:cubicBezTo>
                  <a:pt x="1151" y="122"/>
                  <a:pt x="1156" y="118"/>
                  <a:pt x="1162" y="116"/>
                </a:cubicBezTo>
                <a:cubicBezTo>
                  <a:pt x="1168" y="114"/>
                  <a:pt x="1174" y="113"/>
                  <a:pt x="1181" y="113"/>
                </a:cubicBezTo>
                <a:cubicBezTo>
                  <a:pt x="1187" y="113"/>
                  <a:pt x="1193" y="114"/>
                  <a:pt x="1199" y="116"/>
                </a:cubicBezTo>
                <a:cubicBezTo>
                  <a:pt x="1204" y="118"/>
                  <a:pt x="1209" y="121"/>
                  <a:pt x="1212" y="125"/>
                </a:cubicBezTo>
                <a:cubicBezTo>
                  <a:pt x="1216" y="128"/>
                  <a:pt x="1219" y="133"/>
                  <a:pt x="1221" y="138"/>
                </a:cubicBezTo>
                <a:cubicBezTo>
                  <a:pt x="1223" y="144"/>
                  <a:pt x="1224" y="150"/>
                  <a:pt x="1224" y="157"/>
                </a:cubicBezTo>
                <a:cubicBezTo>
                  <a:pt x="1224" y="161"/>
                  <a:pt x="1224" y="165"/>
                  <a:pt x="1223" y="168"/>
                </a:cubicBezTo>
                <a:cubicBezTo>
                  <a:pt x="1165" y="168"/>
                  <a:pt x="1165" y="168"/>
                  <a:pt x="1165" y="168"/>
                </a:cubicBezTo>
                <a:cubicBezTo>
                  <a:pt x="1168" y="178"/>
                  <a:pt x="1176" y="183"/>
                  <a:pt x="1191" y="183"/>
                </a:cubicBezTo>
                <a:cubicBezTo>
                  <a:pt x="1194" y="183"/>
                  <a:pt x="1198" y="182"/>
                  <a:pt x="1203" y="181"/>
                </a:cubicBezTo>
                <a:cubicBezTo>
                  <a:pt x="1207" y="180"/>
                  <a:pt x="1211" y="179"/>
                  <a:pt x="1214" y="178"/>
                </a:cubicBezTo>
                <a:lnTo>
                  <a:pt x="1224" y="197"/>
                </a:lnTo>
                <a:close/>
                <a:moveTo>
                  <a:pt x="1077" y="148"/>
                </a:moveTo>
                <a:cubicBezTo>
                  <a:pt x="1062" y="103"/>
                  <a:pt x="1062" y="103"/>
                  <a:pt x="1062" y="103"/>
                </a:cubicBezTo>
                <a:cubicBezTo>
                  <a:pt x="1047" y="148"/>
                  <a:pt x="1047" y="148"/>
                  <a:pt x="1047" y="148"/>
                </a:cubicBezTo>
                <a:lnTo>
                  <a:pt x="1077" y="148"/>
                </a:lnTo>
                <a:close/>
                <a:moveTo>
                  <a:pt x="1046" y="73"/>
                </a:moveTo>
                <a:cubicBezTo>
                  <a:pt x="1081" y="73"/>
                  <a:pt x="1081" y="73"/>
                  <a:pt x="1081" y="73"/>
                </a:cubicBezTo>
                <a:cubicBezTo>
                  <a:pt x="1133" y="204"/>
                  <a:pt x="1133" y="204"/>
                  <a:pt x="1133" y="204"/>
                </a:cubicBezTo>
                <a:cubicBezTo>
                  <a:pt x="1096" y="204"/>
                  <a:pt x="1096" y="204"/>
                  <a:pt x="1096" y="204"/>
                </a:cubicBezTo>
                <a:cubicBezTo>
                  <a:pt x="1086" y="174"/>
                  <a:pt x="1086" y="174"/>
                  <a:pt x="1086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29" y="204"/>
                  <a:pt x="1029" y="204"/>
                  <a:pt x="1029" y="204"/>
                </a:cubicBezTo>
                <a:cubicBezTo>
                  <a:pt x="995" y="204"/>
                  <a:pt x="995" y="204"/>
                  <a:pt x="995" y="204"/>
                </a:cubicBezTo>
                <a:lnTo>
                  <a:pt x="1046" y="73"/>
                </a:lnTo>
                <a:close/>
                <a:moveTo>
                  <a:pt x="921" y="135"/>
                </a:moveTo>
                <a:cubicBezTo>
                  <a:pt x="914" y="135"/>
                  <a:pt x="911" y="137"/>
                  <a:pt x="911" y="140"/>
                </a:cubicBezTo>
                <a:cubicBezTo>
                  <a:pt x="911" y="142"/>
                  <a:pt x="912" y="144"/>
                  <a:pt x="914" y="145"/>
                </a:cubicBezTo>
                <a:cubicBezTo>
                  <a:pt x="916" y="146"/>
                  <a:pt x="919" y="147"/>
                  <a:pt x="924" y="148"/>
                </a:cubicBezTo>
                <a:cubicBezTo>
                  <a:pt x="935" y="151"/>
                  <a:pt x="943" y="154"/>
                  <a:pt x="948" y="159"/>
                </a:cubicBezTo>
                <a:cubicBezTo>
                  <a:pt x="952" y="164"/>
                  <a:pt x="955" y="170"/>
                  <a:pt x="955" y="179"/>
                </a:cubicBezTo>
                <a:cubicBezTo>
                  <a:pt x="955" y="187"/>
                  <a:pt x="951" y="194"/>
                  <a:pt x="944" y="199"/>
                </a:cubicBezTo>
                <a:cubicBezTo>
                  <a:pt x="937" y="204"/>
                  <a:pt x="928" y="207"/>
                  <a:pt x="915" y="207"/>
                </a:cubicBezTo>
                <a:cubicBezTo>
                  <a:pt x="908" y="207"/>
                  <a:pt x="901" y="206"/>
                  <a:pt x="895" y="204"/>
                </a:cubicBezTo>
                <a:cubicBezTo>
                  <a:pt x="888" y="203"/>
                  <a:pt x="883" y="201"/>
                  <a:pt x="880" y="198"/>
                </a:cubicBezTo>
                <a:cubicBezTo>
                  <a:pt x="890" y="180"/>
                  <a:pt x="890" y="180"/>
                  <a:pt x="890" y="180"/>
                </a:cubicBezTo>
                <a:cubicBezTo>
                  <a:pt x="893" y="181"/>
                  <a:pt x="897" y="182"/>
                  <a:pt x="901" y="183"/>
                </a:cubicBezTo>
                <a:cubicBezTo>
                  <a:pt x="905" y="184"/>
                  <a:pt x="909" y="184"/>
                  <a:pt x="913" y="184"/>
                </a:cubicBezTo>
                <a:cubicBezTo>
                  <a:pt x="920" y="184"/>
                  <a:pt x="924" y="182"/>
                  <a:pt x="924" y="179"/>
                </a:cubicBezTo>
                <a:cubicBezTo>
                  <a:pt x="924" y="178"/>
                  <a:pt x="924" y="177"/>
                  <a:pt x="924" y="176"/>
                </a:cubicBezTo>
                <a:cubicBezTo>
                  <a:pt x="923" y="176"/>
                  <a:pt x="923" y="175"/>
                  <a:pt x="922" y="175"/>
                </a:cubicBezTo>
                <a:cubicBezTo>
                  <a:pt x="921" y="174"/>
                  <a:pt x="919" y="173"/>
                  <a:pt x="918" y="173"/>
                </a:cubicBezTo>
                <a:cubicBezTo>
                  <a:pt x="916" y="172"/>
                  <a:pt x="914" y="172"/>
                  <a:pt x="911" y="171"/>
                </a:cubicBezTo>
                <a:cubicBezTo>
                  <a:pt x="906" y="170"/>
                  <a:pt x="901" y="168"/>
                  <a:pt x="897" y="166"/>
                </a:cubicBezTo>
                <a:cubicBezTo>
                  <a:pt x="893" y="164"/>
                  <a:pt x="890" y="162"/>
                  <a:pt x="888" y="160"/>
                </a:cubicBezTo>
                <a:cubicBezTo>
                  <a:pt x="885" y="157"/>
                  <a:pt x="884" y="155"/>
                  <a:pt x="883" y="152"/>
                </a:cubicBezTo>
                <a:cubicBezTo>
                  <a:pt x="881" y="148"/>
                  <a:pt x="881" y="145"/>
                  <a:pt x="881" y="141"/>
                </a:cubicBezTo>
                <a:cubicBezTo>
                  <a:pt x="881" y="132"/>
                  <a:pt x="884" y="125"/>
                  <a:pt x="891" y="120"/>
                </a:cubicBezTo>
                <a:cubicBezTo>
                  <a:pt x="898" y="115"/>
                  <a:pt x="907" y="113"/>
                  <a:pt x="919" y="113"/>
                </a:cubicBezTo>
                <a:cubicBezTo>
                  <a:pt x="925" y="113"/>
                  <a:pt x="931" y="113"/>
                  <a:pt x="936" y="115"/>
                </a:cubicBezTo>
                <a:cubicBezTo>
                  <a:pt x="942" y="116"/>
                  <a:pt x="947" y="117"/>
                  <a:pt x="951" y="120"/>
                </a:cubicBezTo>
                <a:cubicBezTo>
                  <a:pt x="948" y="142"/>
                  <a:pt x="948" y="142"/>
                  <a:pt x="948" y="142"/>
                </a:cubicBezTo>
                <a:cubicBezTo>
                  <a:pt x="943" y="140"/>
                  <a:pt x="939" y="138"/>
                  <a:pt x="934" y="137"/>
                </a:cubicBezTo>
                <a:cubicBezTo>
                  <a:pt x="929" y="136"/>
                  <a:pt x="925" y="135"/>
                  <a:pt x="921" y="135"/>
                </a:cubicBezTo>
                <a:moveTo>
                  <a:pt x="780" y="115"/>
                </a:moveTo>
                <a:cubicBezTo>
                  <a:pt x="810" y="115"/>
                  <a:pt x="810" y="115"/>
                  <a:pt x="810" y="115"/>
                </a:cubicBezTo>
                <a:cubicBezTo>
                  <a:pt x="810" y="126"/>
                  <a:pt x="810" y="126"/>
                  <a:pt x="810" y="126"/>
                </a:cubicBezTo>
                <a:cubicBezTo>
                  <a:pt x="812" y="122"/>
                  <a:pt x="816" y="119"/>
                  <a:pt x="820" y="116"/>
                </a:cubicBezTo>
                <a:cubicBezTo>
                  <a:pt x="825" y="114"/>
                  <a:pt x="830" y="113"/>
                  <a:pt x="836" y="113"/>
                </a:cubicBezTo>
                <a:cubicBezTo>
                  <a:pt x="846" y="113"/>
                  <a:pt x="853" y="116"/>
                  <a:pt x="859" y="122"/>
                </a:cubicBezTo>
                <a:cubicBezTo>
                  <a:pt x="864" y="128"/>
                  <a:pt x="866" y="138"/>
                  <a:pt x="866" y="150"/>
                </a:cubicBezTo>
                <a:cubicBezTo>
                  <a:pt x="866" y="204"/>
                  <a:pt x="866" y="204"/>
                  <a:pt x="866" y="204"/>
                </a:cubicBezTo>
                <a:cubicBezTo>
                  <a:pt x="836" y="204"/>
                  <a:pt x="836" y="204"/>
                  <a:pt x="836" y="204"/>
                </a:cubicBezTo>
                <a:cubicBezTo>
                  <a:pt x="836" y="156"/>
                  <a:pt x="836" y="156"/>
                  <a:pt x="836" y="156"/>
                </a:cubicBezTo>
                <a:cubicBezTo>
                  <a:pt x="836" y="145"/>
                  <a:pt x="832" y="140"/>
                  <a:pt x="824" y="140"/>
                </a:cubicBezTo>
                <a:cubicBezTo>
                  <a:pt x="819" y="140"/>
                  <a:pt x="816" y="142"/>
                  <a:pt x="814" y="144"/>
                </a:cubicBezTo>
                <a:cubicBezTo>
                  <a:pt x="812" y="147"/>
                  <a:pt x="810" y="152"/>
                  <a:pt x="810" y="157"/>
                </a:cubicBezTo>
                <a:cubicBezTo>
                  <a:pt x="810" y="204"/>
                  <a:pt x="810" y="204"/>
                  <a:pt x="810" y="204"/>
                </a:cubicBezTo>
                <a:cubicBezTo>
                  <a:pt x="780" y="204"/>
                  <a:pt x="780" y="204"/>
                  <a:pt x="780" y="204"/>
                </a:cubicBezTo>
                <a:lnTo>
                  <a:pt x="780" y="115"/>
                </a:lnTo>
                <a:close/>
                <a:moveTo>
                  <a:pt x="729" y="115"/>
                </a:moveTo>
                <a:cubicBezTo>
                  <a:pt x="760" y="115"/>
                  <a:pt x="760" y="115"/>
                  <a:pt x="760" y="115"/>
                </a:cubicBezTo>
                <a:cubicBezTo>
                  <a:pt x="760" y="204"/>
                  <a:pt x="760" y="204"/>
                  <a:pt x="760" y="204"/>
                </a:cubicBezTo>
                <a:cubicBezTo>
                  <a:pt x="729" y="204"/>
                  <a:pt x="729" y="204"/>
                  <a:pt x="729" y="204"/>
                </a:cubicBezTo>
                <a:lnTo>
                  <a:pt x="729" y="115"/>
                </a:lnTo>
                <a:close/>
                <a:moveTo>
                  <a:pt x="744" y="101"/>
                </a:moveTo>
                <a:cubicBezTo>
                  <a:pt x="739" y="101"/>
                  <a:pt x="735" y="100"/>
                  <a:pt x="732" y="97"/>
                </a:cubicBezTo>
                <a:cubicBezTo>
                  <a:pt x="729" y="94"/>
                  <a:pt x="727" y="90"/>
                  <a:pt x="727" y="85"/>
                </a:cubicBezTo>
                <a:cubicBezTo>
                  <a:pt x="727" y="80"/>
                  <a:pt x="729" y="76"/>
                  <a:pt x="732" y="73"/>
                </a:cubicBezTo>
                <a:cubicBezTo>
                  <a:pt x="735" y="70"/>
                  <a:pt x="739" y="68"/>
                  <a:pt x="744" y="68"/>
                </a:cubicBezTo>
                <a:cubicBezTo>
                  <a:pt x="749" y="68"/>
                  <a:pt x="753" y="70"/>
                  <a:pt x="757" y="73"/>
                </a:cubicBezTo>
                <a:cubicBezTo>
                  <a:pt x="760" y="76"/>
                  <a:pt x="762" y="80"/>
                  <a:pt x="762" y="85"/>
                </a:cubicBezTo>
                <a:cubicBezTo>
                  <a:pt x="762" y="90"/>
                  <a:pt x="760" y="94"/>
                  <a:pt x="757" y="97"/>
                </a:cubicBezTo>
                <a:cubicBezTo>
                  <a:pt x="753" y="100"/>
                  <a:pt x="749" y="101"/>
                  <a:pt x="744" y="101"/>
                </a:cubicBezTo>
                <a:moveTo>
                  <a:pt x="676" y="73"/>
                </a:moveTo>
                <a:cubicBezTo>
                  <a:pt x="707" y="73"/>
                  <a:pt x="707" y="73"/>
                  <a:pt x="707" y="73"/>
                </a:cubicBezTo>
                <a:cubicBezTo>
                  <a:pt x="707" y="204"/>
                  <a:pt x="707" y="204"/>
                  <a:pt x="707" y="204"/>
                </a:cubicBezTo>
                <a:cubicBezTo>
                  <a:pt x="676" y="204"/>
                  <a:pt x="676" y="204"/>
                  <a:pt x="676" y="204"/>
                </a:cubicBezTo>
                <a:lnTo>
                  <a:pt x="676" y="73"/>
                </a:lnTo>
                <a:close/>
                <a:moveTo>
                  <a:pt x="625" y="73"/>
                </a:moveTo>
                <a:cubicBezTo>
                  <a:pt x="656" y="73"/>
                  <a:pt x="656" y="73"/>
                  <a:pt x="656" y="73"/>
                </a:cubicBezTo>
                <a:cubicBezTo>
                  <a:pt x="656" y="204"/>
                  <a:pt x="656" y="204"/>
                  <a:pt x="656" y="204"/>
                </a:cubicBezTo>
                <a:cubicBezTo>
                  <a:pt x="625" y="204"/>
                  <a:pt x="625" y="204"/>
                  <a:pt x="625" y="204"/>
                </a:cubicBezTo>
                <a:lnTo>
                  <a:pt x="625" y="73"/>
                </a:lnTo>
                <a:close/>
                <a:moveTo>
                  <a:pt x="564" y="181"/>
                </a:moveTo>
                <a:cubicBezTo>
                  <a:pt x="570" y="181"/>
                  <a:pt x="574" y="179"/>
                  <a:pt x="578" y="175"/>
                </a:cubicBezTo>
                <a:cubicBezTo>
                  <a:pt x="581" y="171"/>
                  <a:pt x="583" y="166"/>
                  <a:pt x="583" y="160"/>
                </a:cubicBezTo>
                <a:cubicBezTo>
                  <a:pt x="583" y="153"/>
                  <a:pt x="581" y="148"/>
                  <a:pt x="578" y="144"/>
                </a:cubicBezTo>
                <a:cubicBezTo>
                  <a:pt x="574" y="140"/>
                  <a:pt x="570" y="139"/>
                  <a:pt x="564" y="139"/>
                </a:cubicBezTo>
                <a:cubicBezTo>
                  <a:pt x="558" y="139"/>
                  <a:pt x="553" y="140"/>
                  <a:pt x="550" y="144"/>
                </a:cubicBezTo>
                <a:cubicBezTo>
                  <a:pt x="546" y="148"/>
                  <a:pt x="544" y="153"/>
                  <a:pt x="544" y="160"/>
                </a:cubicBezTo>
                <a:cubicBezTo>
                  <a:pt x="544" y="166"/>
                  <a:pt x="546" y="171"/>
                  <a:pt x="550" y="175"/>
                </a:cubicBezTo>
                <a:cubicBezTo>
                  <a:pt x="553" y="179"/>
                  <a:pt x="558" y="181"/>
                  <a:pt x="564" y="181"/>
                </a:cubicBezTo>
                <a:moveTo>
                  <a:pt x="564" y="207"/>
                </a:moveTo>
                <a:cubicBezTo>
                  <a:pt x="557" y="207"/>
                  <a:pt x="550" y="205"/>
                  <a:pt x="544" y="203"/>
                </a:cubicBezTo>
                <a:cubicBezTo>
                  <a:pt x="538" y="200"/>
                  <a:pt x="533" y="197"/>
                  <a:pt x="529" y="192"/>
                </a:cubicBezTo>
                <a:cubicBezTo>
                  <a:pt x="524" y="188"/>
                  <a:pt x="521" y="183"/>
                  <a:pt x="518" y="177"/>
                </a:cubicBezTo>
                <a:cubicBezTo>
                  <a:pt x="516" y="171"/>
                  <a:pt x="515" y="164"/>
                  <a:pt x="515" y="158"/>
                </a:cubicBezTo>
                <a:cubicBezTo>
                  <a:pt x="515" y="151"/>
                  <a:pt x="516" y="145"/>
                  <a:pt x="518" y="139"/>
                </a:cubicBezTo>
                <a:cubicBezTo>
                  <a:pt x="521" y="134"/>
                  <a:pt x="524" y="129"/>
                  <a:pt x="529" y="125"/>
                </a:cubicBezTo>
                <a:cubicBezTo>
                  <a:pt x="533" y="121"/>
                  <a:pt x="538" y="118"/>
                  <a:pt x="544" y="116"/>
                </a:cubicBezTo>
                <a:cubicBezTo>
                  <a:pt x="550" y="114"/>
                  <a:pt x="557" y="113"/>
                  <a:pt x="564" y="113"/>
                </a:cubicBezTo>
                <a:cubicBezTo>
                  <a:pt x="571" y="113"/>
                  <a:pt x="577" y="114"/>
                  <a:pt x="583" y="116"/>
                </a:cubicBezTo>
                <a:cubicBezTo>
                  <a:pt x="589" y="118"/>
                  <a:pt x="594" y="122"/>
                  <a:pt x="599" y="126"/>
                </a:cubicBezTo>
                <a:cubicBezTo>
                  <a:pt x="603" y="130"/>
                  <a:pt x="606" y="135"/>
                  <a:pt x="609" y="141"/>
                </a:cubicBezTo>
                <a:cubicBezTo>
                  <a:pt x="611" y="147"/>
                  <a:pt x="612" y="153"/>
                  <a:pt x="612" y="160"/>
                </a:cubicBezTo>
                <a:cubicBezTo>
                  <a:pt x="612" y="166"/>
                  <a:pt x="611" y="173"/>
                  <a:pt x="609" y="178"/>
                </a:cubicBezTo>
                <a:cubicBezTo>
                  <a:pt x="606" y="184"/>
                  <a:pt x="603" y="189"/>
                  <a:pt x="599" y="193"/>
                </a:cubicBezTo>
                <a:cubicBezTo>
                  <a:pt x="594" y="197"/>
                  <a:pt x="589" y="201"/>
                  <a:pt x="583" y="203"/>
                </a:cubicBezTo>
                <a:cubicBezTo>
                  <a:pt x="577" y="205"/>
                  <a:pt x="571" y="207"/>
                  <a:pt x="564" y="207"/>
                </a:cubicBezTo>
                <a:moveTo>
                  <a:pt x="507" y="192"/>
                </a:moveTo>
                <a:cubicBezTo>
                  <a:pt x="501" y="196"/>
                  <a:pt x="494" y="200"/>
                  <a:pt x="486" y="202"/>
                </a:cubicBezTo>
                <a:cubicBezTo>
                  <a:pt x="478" y="205"/>
                  <a:pt x="469" y="206"/>
                  <a:pt x="460" y="206"/>
                </a:cubicBezTo>
                <a:cubicBezTo>
                  <a:pt x="450" y="206"/>
                  <a:pt x="440" y="204"/>
                  <a:pt x="432" y="201"/>
                </a:cubicBezTo>
                <a:cubicBezTo>
                  <a:pt x="424" y="198"/>
                  <a:pt x="417" y="194"/>
                  <a:pt x="411" y="188"/>
                </a:cubicBezTo>
                <a:cubicBezTo>
                  <a:pt x="405" y="183"/>
                  <a:pt x="401" y="176"/>
                  <a:pt x="398" y="167"/>
                </a:cubicBezTo>
                <a:cubicBezTo>
                  <a:pt x="394" y="159"/>
                  <a:pt x="393" y="150"/>
                  <a:pt x="393" y="139"/>
                </a:cubicBezTo>
                <a:cubicBezTo>
                  <a:pt x="393" y="129"/>
                  <a:pt x="395" y="120"/>
                  <a:pt x="398" y="112"/>
                </a:cubicBezTo>
                <a:cubicBezTo>
                  <a:pt x="402" y="104"/>
                  <a:pt x="406" y="96"/>
                  <a:pt x="413" y="90"/>
                </a:cubicBezTo>
                <a:cubicBezTo>
                  <a:pt x="419" y="85"/>
                  <a:pt x="427" y="80"/>
                  <a:pt x="435" y="77"/>
                </a:cubicBezTo>
                <a:cubicBezTo>
                  <a:pt x="444" y="73"/>
                  <a:pt x="454" y="72"/>
                  <a:pt x="464" y="72"/>
                </a:cubicBezTo>
                <a:cubicBezTo>
                  <a:pt x="468" y="72"/>
                  <a:pt x="472" y="72"/>
                  <a:pt x="476" y="72"/>
                </a:cubicBezTo>
                <a:cubicBezTo>
                  <a:pt x="480" y="73"/>
                  <a:pt x="484" y="74"/>
                  <a:pt x="487" y="75"/>
                </a:cubicBezTo>
                <a:cubicBezTo>
                  <a:pt x="491" y="76"/>
                  <a:pt x="495" y="77"/>
                  <a:pt x="498" y="78"/>
                </a:cubicBezTo>
                <a:cubicBezTo>
                  <a:pt x="501" y="79"/>
                  <a:pt x="504" y="81"/>
                  <a:pt x="507" y="82"/>
                </a:cubicBezTo>
                <a:cubicBezTo>
                  <a:pt x="493" y="109"/>
                  <a:pt x="493" y="109"/>
                  <a:pt x="493" y="109"/>
                </a:cubicBezTo>
                <a:cubicBezTo>
                  <a:pt x="490" y="108"/>
                  <a:pt x="488" y="107"/>
                  <a:pt x="486" y="106"/>
                </a:cubicBezTo>
                <a:cubicBezTo>
                  <a:pt x="484" y="105"/>
                  <a:pt x="482" y="104"/>
                  <a:pt x="480" y="104"/>
                </a:cubicBezTo>
                <a:cubicBezTo>
                  <a:pt x="478" y="103"/>
                  <a:pt x="476" y="103"/>
                  <a:pt x="474" y="102"/>
                </a:cubicBezTo>
                <a:cubicBezTo>
                  <a:pt x="472" y="102"/>
                  <a:pt x="469" y="102"/>
                  <a:pt x="466" y="102"/>
                </a:cubicBezTo>
                <a:cubicBezTo>
                  <a:pt x="455" y="102"/>
                  <a:pt x="445" y="105"/>
                  <a:pt x="439" y="112"/>
                </a:cubicBezTo>
                <a:cubicBezTo>
                  <a:pt x="432" y="118"/>
                  <a:pt x="428" y="127"/>
                  <a:pt x="428" y="139"/>
                </a:cubicBezTo>
                <a:cubicBezTo>
                  <a:pt x="428" y="144"/>
                  <a:pt x="429" y="149"/>
                  <a:pt x="431" y="154"/>
                </a:cubicBezTo>
                <a:cubicBezTo>
                  <a:pt x="433" y="158"/>
                  <a:pt x="435" y="162"/>
                  <a:pt x="438" y="165"/>
                </a:cubicBezTo>
                <a:cubicBezTo>
                  <a:pt x="441" y="168"/>
                  <a:pt x="445" y="171"/>
                  <a:pt x="449" y="173"/>
                </a:cubicBezTo>
                <a:cubicBezTo>
                  <a:pt x="454" y="175"/>
                  <a:pt x="459" y="175"/>
                  <a:pt x="464" y="175"/>
                </a:cubicBezTo>
                <a:cubicBezTo>
                  <a:pt x="469" y="175"/>
                  <a:pt x="474" y="175"/>
                  <a:pt x="479" y="173"/>
                </a:cubicBezTo>
                <a:cubicBezTo>
                  <a:pt x="484" y="171"/>
                  <a:pt x="489" y="168"/>
                  <a:pt x="493" y="165"/>
                </a:cubicBezTo>
                <a:lnTo>
                  <a:pt x="507" y="192"/>
                </a:lnTo>
                <a:close/>
                <a:moveTo>
                  <a:pt x="126" y="2"/>
                </a:moveTo>
                <a:cubicBezTo>
                  <a:pt x="130" y="1"/>
                  <a:pt x="133" y="1"/>
                  <a:pt x="137" y="0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50" y="96"/>
                  <a:pt x="146" y="96"/>
                  <a:pt x="143" y="97"/>
                </a:cubicBezTo>
                <a:lnTo>
                  <a:pt x="126" y="2"/>
                </a:lnTo>
                <a:close/>
                <a:moveTo>
                  <a:pt x="122" y="107"/>
                </a:moveTo>
                <a:cubicBezTo>
                  <a:pt x="126" y="105"/>
                  <a:pt x="129" y="102"/>
                  <a:pt x="133" y="101"/>
                </a:cubicBezTo>
                <a:cubicBezTo>
                  <a:pt x="85" y="17"/>
                  <a:pt x="85" y="17"/>
                  <a:pt x="85" y="17"/>
                </a:cubicBezTo>
                <a:cubicBezTo>
                  <a:pt x="82" y="19"/>
                  <a:pt x="78" y="21"/>
                  <a:pt x="74" y="24"/>
                </a:cubicBezTo>
                <a:lnTo>
                  <a:pt x="122" y="107"/>
                </a:lnTo>
                <a:close/>
                <a:moveTo>
                  <a:pt x="95" y="160"/>
                </a:moveTo>
                <a:cubicBezTo>
                  <a:pt x="95" y="156"/>
                  <a:pt x="95" y="153"/>
                  <a:pt x="96" y="14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2"/>
                  <a:pt x="0" y="156"/>
                  <a:pt x="0" y="159"/>
                </a:cubicBezTo>
                <a:cubicBezTo>
                  <a:pt x="0" y="162"/>
                  <a:pt x="0" y="165"/>
                  <a:pt x="0" y="169"/>
                </a:cubicBezTo>
                <a:cubicBezTo>
                  <a:pt x="95" y="169"/>
                  <a:pt x="95" y="169"/>
                  <a:pt x="95" y="169"/>
                </a:cubicBezTo>
                <a:cubicBezTo>
                  <a:pt x="95" y="166"/>
                  <a:pt x="95" y="163"/>
                  <a:pt x="95" y="160"/>
                </a:cubicBezTo>
                <a:moveTo>
                  <a:pt x="224" y="160"/>
                </a:moveTo>
                <a:cubicBezTo>
                  <a:pt x="224" y="195"/>
                  <a:pt x="195" y="224"/>
                  <a:pt x="159" y="224"/>
                </a:cubicBezTo>
                <a:cubicBezTo>
                  <a:pt x="128" y="224"/>
                  <a:pt x="101" y="201"/>
                  <a:pt x="96" y="171"/>
                </a:cubicBezTo>
                <a:cubicBezTo>
                  <a:pt x="6" y="203"/>
                  <a:pt x="6" y="203"/>
                  <a:pt x="6" y="203"/>
                </a:cubicBezTo>
                <a:cubicBezTo>
                  <a:pt x="8" y="210"/>
                  <a:pt x="11" y="217"/>
                  <a:pt x="14" y="224"/>
                </a:cubicBezTo>
                <a:cubicBezTo>
                  <a:pt x="103" y="191"/>
                  <a:pt x="103" y="191"/>
                  <a:pt x="103" y="191"/>
                </a:cubicBezTo>
                <a:cubicBezTo>
                  <a:pt x="30" y="253"/>
                  <a:pt x="30" y="253"/>
                  <a:pt x="30" y="253"/>
                </a:cubicBezTo>
                <a:cubicBezTo>
                  <a:pt x="34" y="259"/>
                  <a:pt x="40" y="265"/>
                  <a:pt x="45" y="271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69" y="291"/>
                  <a:pt x="69" y="291"/>
                  <a:pt x="69" y="291"/>
                </a:cubicBezTo>
                <a:cubicBezTo>
                  <a:pt x="76" y="296"/>
                  <a:pt x="83" y="300"/>
                  <a:pt x="91" y="304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18" y="314"/>
                  <a:pt x="118" y="314"/>
                  <a:pt x="118" y="314"/>
                </a:cubicBezTo>
                <a:cubicBezTo>
                  <a:pt x="127" y="317"/>
                  <a:pt x="136" y="318"/>
                  <a:pt x="146" y="319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73" y="319"/>
                  <a:pt x="173" y="319"/>
                  <a:pt x="173" y="319"/>
                </a:cubicBezTo>
                <a:cubicBezTo>
                  <a:pt x="183" y="318"/>
                  <a:pt x="192" y="317"/>
                  <a:pt x="202" y="314"/>
                </a:cubicBezTo>
                <a:cubicBezTo>
                  <a:pt x="189" y="242"/>
                  <a:pt x="189" y="242"/>
                  <a:pt x="189" y="242"/>
                </a:cubicBezTo>
                <a:cubicBezTo>
                  <a:pt x="225" y="305"/>
                  <a:pt x="225" y="305"/>
                  <a:pt x="225" y="305"/>
                </a:cubicBezTo>
                <a:cubicBezTo>
                  <a:pt x="235" y="301"/>
                  <a:pt x="245" y="295"/>
                  <a:pt x="253" y="289"/>
                </a:cubicBezTo>
                <a:cubicBezTo>
                  <a:pt x="220" y="231"/>
                  <a:pt x="220" y="231"/>
                  <a:pt x="220" y="231"/>
                </a:cubicBezTo>
                <a:cubicBezTo>
                  <a:pt x="271" y="274"/>
                  <a:pt x="271" y="274"/>
                  <a:pt x="271" y="274"/>
                </a:cubicBezTo>
                <a:cubicBezTo>
                  <a:pt x="279" y="266"/>
                  <a:pt x="286" y="257"/>
                  <a:pt x="293" y="247"/>
                </a:cubicBezTo>
                <a:cubicBezTo>
                  <a:pt x="247" y="209"/>
                  <a:pt x="247" y="209"/>
                  <a:pt x="247" y="209"/>
                </a:cubicBezTo>
                <a:cubicBezTo>
                  <a:pt x="303" y="229"/>
                  <a:pt x="303" y="229"/>
                  <a:pt x="303" y="229"/>
                </a:cubicBezTo>
                <a:cubicBezTo>
                  <a:pt x="308" y="219"/>
                  <a:pt x="312" y="207"/>
                  <a:pt x="315" y="195"/>
                </a:cubicBezTo>
                <a:cubicBezTo>
                  <a:pt x="266" y="177"/>
                  <a:pt x="266" y="177"/>
                  <a:pt x="266" y="177"/>
                </a:cubicBezTo>
                <a:cubicBezTo>
                  <a:pt x="318" y="177"/>
                  <a:pt x="318" y="177"/>
                  <a:pt x="318" y="177"/>
                </a:cubicBezTo>
                <a:cubicBezTo>
                  <a:pt x="319" y="171"/>
                  <a:pt x="319" y="165"/>
                  <a:pt x="319" y="159"/>
                </a:cubicBezTo>
                <a:cubicBezTo>
                  <a:pt x="319" y="152"/>
                  <a:pt x="318" y="145"/>
                  <a:pt x="317" y="138"/>
                </a:cubicBezTo>
                <a:cubicBezTo>
                  <a:pt x="220" y="138"/>
                  <a:pt x="220" y="138"/>
                  <a:pt x="220" y="138"/>
                </a:cubicBezTo>
                <a:cubicBezTo>
                  <a:pt x="223" y="145"/>
                  <a:pt x="224" y="152"/>
                  <a:pt x="224" y="160"/>
                </a:cubicBezTo>
                <a:moveTo>
                  <a:pt x="97" y="145"/>
                </a:moveTo>
                <a:cubicBezTo>
                  <a:pt x="98" y="139"/>
                  <a:pt x="100" y="134"/>
                  <a:pt x="103" y="129"/>
                </a:cubicBezTo>
                <a:cubicBezTo>
                  <a:pt x="13" y="96"/>
                  <a:pt x="13" y="96"/>
                  <a:pt x="13" y="96"/>
                </a:cubicBezTo>
                <a:cubicBezTo>
                  <a:pt x="11" y="101"/>
                  <a:pt x="9" y="107"/>
                  <a:pt x="7" y="112"/>
                </a:cubicBezTo>
                <a:lnTo>
                  <a:pt x="97" y="145"/>
                </a:lnTo>
                <a:close/>
                <a:moveTo>
                  <a:pt x="280" y="54"/>
                </a:moveTo>
                <a:cubicBezTo>
                  <a:pt x="207" y="115"/>
                  <a:pt x="207" y="115"/>
                  <a:pt x="207" y="115"/>
                </a:cubicBezTo>
                <a:cubicBezTo>
                  <a:pt x="208" y="117"/>
                  <a:pt x="210" y="119"/>
                  <a:pt x="212" y="121"/>
                </a:cubicBezTo>
                <a:cubicBezTo>
                  <a:pt x="285" y="60"/>
                  <a:pt x="285" y="60"/>
                  <a:pt x="285" y="60"/>
                </a:cubicBezTo>
                <a:cubicBezTo>
                  <a:pt x="283" y="58"/>
                  <a:pt x="281" y="56"/>
                  <a:pt x="280" y="54"/>
                </a:cubicBezTo>
                <a:moveTo>
                  <a:pt x="243" y="23"/>
                </a:moveTo>
                <a:cubicBezTo>
                  <a:pt x="241" y="21"/>
                  <a:pt x="238" y="20"/>
                  <a:pt x="236" y="18"/>
                </a:cubicBezTo>
                <a:cubicBezTo>
                  <a:pt x="188" y="102"/>
                  <a:pt x="188" y="102"/>
                  <a:pt x="188" y="102"/>
                </a:cubicBezTo>
                <a:cubicBezTo>
                  <a:pt x="190" y="103"/>
                  <a:pt x="193" y="104"/>
                  <a:pt x="196" y="106"/>
                </a:cubicBezTo>
                <a:lnTo>
                  <a:pt x="243" y="23"/>
                </a:lnTo>
                <a:close/>
                <a:moveTo>
                  <a:pt x="116" y="112"/>
                </a:moveTo>
                <a:cubicBezTo>
                  <a:pt x="42" y="50"/>
                  <a:pt x="42" y="50"/>
                  <a:pt x="42" y="50"/>
                </a:cubicBezTo>
                <a:cubicBezTo>
                  <a:pt x="39" y="54"/>
                  <a:pt x="36" y="58"/>
                  <a:pt x="33" y="62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9" y="119"/>
                  <a:pt x="112" y="116"/>
                  <a:pt x="116" y="112"/>
                </a:cubicBezTo>
                <a:moveTo>
                  <a:pt x="166" y="95"/>
                </a:moveTo>
                <a:cubicBezTo>
                  <a:pt x="169" y="96"/>
                  <a:pt x="172" y="96"/>
                  <a:pt x="175" y="97"/>
                </a:cubicBezTo>
                <a:cubicBezTo>
                  <a:pt x="192" y="2"/>
                  <a:pt x="192" y="2"/>
                  <a:pt x="192" y="2"/>
                </a:cubicBezTo>
                <a:cubicBezTo>
                  <a:pt x="189" y="1"/>
                  <a:pt x="186" y="1"/>
                  <a:pt x="183" y="0"/>
                </a:cubicBezTo>
                <a:lnTo>
                  <a:pt x="166" y="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01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A3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0AE72-72D5-774B-BB51-17A7F91B79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83"/>
            <a:ext cx="9144000" cy="51435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4238-3694-49D7-BE0D-0692B3D5F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>
                <a:cs typeface="DIN-Light"/>
              </a:rPr>
              <a:t>This document does not include any export controlled technical data. | Collins Aerospace Proprietary.</a:t>
            </a:r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BLACK.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085BA19-55C6-4C03-91B2-521DB5A34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41" name="Footer Placeholder 3">
            <a:extLst>
              <a:ext uri="{FF2B5EF4-FFF2-40B4-BE49-F238E27FC236}">
                <a16:creationId xmlns:a16="http://schemas.microsoft.com/office/drawing/2014/main" id="{D6AA15C9-8D19-4E6A-9E7D-3E46D2F67B30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tx1"/>
              </a:solidFill>
              <a:cs typeface="DIN-Light"/>
              <a:sym typeface="Verdana"/>
            </a:endParaRPr>
          </a:p>
        </p:txBody>
      </p:sp>
      <p:sp>
        <p:nvSpPr>
          <p:cNvPr id="42" name="Logo">
            <a:extLst>
              <a:ext uri="{FF2B5EF4-FFF2-40B4-BE49-F238E27FC236}">
                <a16:creationId xmlns:a16="http://schemas.microsoft.com/office/drawing/2014/main" id="{F04D1304-469D-47D9-A0A8-AE71ECC27F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7360" y="4698476"/>
            <a:ext cx="1565938" cy="265176"/>
          </a:xfrm>
          <a:custGeom>
            <a:avLst/>
            <a:gdLst>
              <a:gd name="T0" fmla="*/ 1871 w 1887"/>
              <a:gd name="T1" fmla="*/ 204 h 319"/>
              <a:gd name="T2" fmla="*/ 1811 w 1887"/>
              <a:gd name="T3" fmla="*/ 126 h 319"/>
              <a:gd name="T4" fmla="*/ 1886 w 1887"/>
              <a:gd name="T5" fmla="*/ 168 h 319"/>
              <a:gd name="T6" fmla="*/ 1779 w 1887"/>
              <a:gd name="T7" fmla="*/ 204 h 319"/>
              <a:gd name="T8" fmla="*/ 1728 w 1887"/>
              <a:gd name="T9" fmla="*/ 126 h 319"/>
              <a:gd name="T10" fmla="*/ 1751 w 1887"/>
              <a:gd name="T11" fmla="*/ 146 h 319"/>
              <a:gd name="T12" fmla="*/ 1656 w 1887"/>
              <a:gd name="T13" fmla="*/ 179 h 319"/>
              <a:gd name="T14" fmla="*/ 1643 w 1887"/>
              <a:gd name="T15" fmla="*/ 174 h 319"/>
              <a:gd name="T16" fmla="*/ 1611 w 1887"/>
              <a:gd name="T17" fmla="*/ 141 h 319"/>
              <a:gd name="T18" fmla="*/ 1703 w 1887"/>
              <a:gd name="T19" fmla="*/ 115 h 319"/>
              <a:gd name="T20" fmla="*/ 1562 w 1887"/>
              <a:gd name="T21" fmla="*/ 174 h 319"/>
              <a:gd name="T22" fmla="*/ 1549 w 1887"/>
              <a:gd name="T23" fmla="*/ 179 h 319"/>
              <a:gd name="T24" fmla="*/ 1587 w 1887"/>
              <a:gd name="T25" fmla="*/ 126 h 319"/>
              <a:gd name="T26" fmla="*/ 1543 w 1887"/>
              <a:gd name="T27" fmla="*/ 204 h 319"/>
              <a:gd name="T28" fmla="*/ 1448 w 1887"/>
              <a:gd name="T29" fmla="*/ 145 h 319"/>
              <a:gd name="T30" fmla="*/ 1414 w 1887"/>
              <a:gd name="T31" fmla="*/ 198 h 319"/>
              <a:gd name="T32" fmla="*/ 1452 w 1887"/>
              <a:gd name="T33" fmla="*/ 173 h 319"/>
              <a:gd name="T34" fmla="*/ 1453 w 1887"/>
              <a:gd name="T35" fmla="*/ 113 h 319"/>
              <a:gd name="T36" fmla="*/ 1370 w 1887"/>
              <a:gd name="T37" fmla="*/ 175 h 319"/>
              <a:gd name="T38" fmla="*/ 1356 w 1887"/>
              <a:gd name="T39" fmla="*/ 181 h 319"/>
              <a:gd name="T40" fmla="*/ 1321 w 1887"/>
              <a:gd name="T41" fmla="*/ 126 h 319"/>
              <a:gd name="T42" fmla="*/ 1401 w 1887"/>
              <a:gd name="T43" fmla="*/ 178 h 319"/>
              <a:gd name="T44" fmla="*/ 1278 w 1887"/>
              <a:gd name="T45" fmla="*/ 118 h 319"/>
              <a:gd name="T46" fmla="*/ 1270 w 1887"/>
              <a:gd name="T47" fmla="*/ 204 h 319"/>
              <a:gd name="T48" fmla="*/ 1195 w 1887"/>
              <a:gd name="T49" fmla="*/ 150 h 319"/>
              <a:gd name="T50" fmla="*/ 1134 w 1887"/>
              <a:gd name="T51" fmla="*/ 160 h 319"/>
              <a:gd name="T52" fmla="*/ 1221 w 1887"/>
              <a:gd name="T53" fmla="*/ 138 h 319"/>
              <a:gd name="T54" fmla="*/ 1224 w 1887"/>
              <a:gd name="T55" fmla="*/ 197 h 319"/>
              <a:gd name="T56" fmla="*/ 1133 w 1887"/>
              <a:gd name="T57" fmla="*/ 204 h 319"/>
              <a:gd name="T58" fmla="*/ 921 w 1887"/>
              <a:gd name="T59" fmla="*/ 135 h 319"/>
              <a:gd name="T60" fmla="*/ 915 w 1887"/>
              <a:gd name="T61" fmla="*/ 207 h 319"/>
              <a:gd name="T62" fmla="*/ 924 w 1887"/>
              <a:gd name="T63" fmla="*/ 176 h 319"/>
              <a:gd name="T64" fmla="*/ 881 w 1887"/>
              <a:gd name="T65" fmla="*/ 141 h 319"/>
              <a:gd name="T66" fmla="*/ 921 w 1887"/>
              <a:gd name="T67" fmla="*/ 135 h 319"/>
              <a:gd name="T68" fmla="*/ 866 w 1887"/>
              <a:gd name="T69" fmla="*/ 150 h 319"/>
              <a:gd name="T70" fmla="*/ 810 w 1887"/>
              <a:gd name="T71" fmla="*/ 204 h 319"/>
              <a:gd name="T72" fmla="*/ 729 w 1887"/>
              <a:gd name="T73" fmla="*/ 115 h 319"/>
              <a:gd name="T74" fmla="*/ 762 w 1887"/>
              <a:gd name="T75" fmla="*/ 85 h 319"/>
              <a:gd name="T76" fmla="*/ 676 w 1887"/>
              <a:gd name="T77" fmla="*/ 73 h 319"/>
              <a:gd name="T78" fmla="*/ 578 w 1887"/>
              <a:gd name="T79" fmla="*/ 175 h 319"/>
              <a:gd name="T80" fmla="*/ 564 w 1887"/>
              <a:gd name="T81" fmla="*/ 181 h 319"/>
              <a:gd name="T82" fmla="*/ 529 w 1887"/>
              <a:gd name="T83" fmla="*/ 125 h 319"/>
              <a:gd name="T84" fmla="*/ 609 w 1887"/>
              <a:gd name="T85" fmla="*/ 178 h 319"/>
              <a:gd name="T86" fmla="*/ 432 w 1887"/>
              <a:gd name="T87" fmla="*/ 201 h 319"/>
              <a:gd name="T88" fmla="*/ 464 w 1887"/>
              <a:gd name="T89" fmla="*/ 72 h 319"/>
              <a:gd name="T90" fmla="*/ 480 w 1887"/>
              <a:gd name="T91" fmla="*/ 104 h 319"/>
              <a:gd name="T92" fmla="*/ 449 w 1887"/>
              <a:gd name="T93" fmla="*/ 173 h 319"/>
              <a:gd name="T94" fmla="*/ 154 w 1887"/>
              <a:gd name="T95" fmla="*/ 95 h 319"/>
              <a:gd name="T96" fmla="*/ 122 w 1887"/>
              <a:gd name="T97" fmla="*/ 107 h 319"/>
              <a:gd name="T98" fmla="*/ 95 w 1887"/>
              <a:gd name="T99" fmla="*/ 160 h 319"/>
              <a:gd name="T100" fmla="*/ 30 w 1887"/>
              <a:gd name="T101" fmla="*/ 253 h 319"/>
              <a:gd name="T102" fmla="*/ 146 w 1887"/>
              <a:gd name="T103" fmla="*/ 319 h 319"/>
              <a:gd name="T104" fmla="*/ 220 w 1887"/>
              <a:gd name="T105" fmla="*/ 231 h 319"/>
              <a:gd name="T106" fmla="*/ 318 w 1887"/>
              <a:gd name="T107" fmla="*/ 177 h 319"/>
              <a:gd name="T108" fmla="*/ 13 w 1887"/>
              <a:gd name="T109" fmla="*/ 96 h 319"/>
              <a:gd name="T110" fmla="*/ 280 w 1887"/>
              <a:gd name="T111" fmla="*/ 54 h 319"/>
              <a:gd name="T112" fmla="*/ 42 w 1887"/>
              <a:gd name="T113" fmla="*/ 50 h 319"/>
              <a:gd name="T114" fmla="*/ 183 w 1887"/>
              <a:gd name="T11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87" h="319">
                <a:moveTo>
                  <a:pt x="1859" y="150"/>
                </a:moveTo>
                <a:cubicBezTo>
                  <a:pt x="1858" y="145"/>
                  <a:pt x="1856" y="142"/>
                  <a:pt x="1854" y="139"/>
                </a:cubicBezTo>
                <a:cubicBezTo>
                  <a:pt x="1851" y="136"/>
                  <a:pt x="1848" y="135"/>
                  <a:pt x="1844" y="135"/>
                </a:cubicBezTo>
                <a:cubicBezTo>
                  <a:pt x="1835" y="135"/>
                  <a:pt x="1830" y="140"/>
                  <a:pt x="1828" y="150"/>
                </a:cubicBezTo>
                <a:lnTo>
                  <a:pt x="1859" y="150"/>
                </a:lnTo>
                <a:close/>
                <a:moveTo>
                  <a:pt x="1887" y="197"/>
                </a:moveTo>
                <a:cubicBezTo>
                  <a:pt x="1883" y="200"/>
                  <a:pt x="1877" y="203"/>
                  <a:pt x="1871" y="204"/>
                </a:cubicBezTo>
                <a:cubicBezTo>
                  <a:pt x="1865" y="206"/>
                  <a:pt x="1858" y="207"/>
                  <a:pt x="1851" y="207"/>
                </a:cubicBezTo>
                <a:cubicBezTo>
                  <a:pt x="1843" y="207"/>
                  <a:pt x="1835" y="206"/>
                  <a:pt x="1829" y="203"/>
                </a:cubicBezTo>
                <a:cubicBezTo>
                  <a:pt x="1822" y="201"/>
                  <a:pt x="1817" y="198"/>
                  <a:pt x="1812" y="194"/>
                </a:cubicBezTo>
                <a:cubicBezTo>
                  <a:pt x="1807" y="190"/>
                  <a:pt x="1804" y="185"/>
                  <a:pt x="1801" y="179"/>
                </a:cubicBezTo>
                <a:cubicBezTo>
                  <a:pt x="1799" y="173"/>
                  <a:pt x="1798" y="167"/>
                  <a:pt x="1798" y="160"/>
                </a:cubicBezTo>
                <a:cubicBezTo>
                  <a:pt x="1798" y="153"/>
                  <a:pt x="1799" y="146"/>
                  <a:pt x="1801" y="141"/>
                </a:cubicBezTo>
                <a:cubicBezTo>
                  <a:pt x="1803" y="135"/>
                  <a:pt x="1806" y="130"/>
                  <a:pt x="1811" y="126"/>
                </a:cubicBezTo>
                <a:cubicBezTo>
                  <a:pt x="1815" y="122"/>
                  <a:pt x="1820" y="118"/>
                  <a:pt x="1825" y="116"/>
                </a:cubicBezTo>
                <a:cubicBezTo>
                  <a:pt x="1831" y="114"/>
                  <a:pt x="1837" y="113"/>
                  <a:pt x="1844" y="113"/>
                </a:cubicBezTo>
                <a:cubicBezTo>
                  <a:pt x="1851" y="113"/>
                  <a:pt x="1857" y="114"/>
                  <a:pt x="1862" y="116"/>
                </a:cubicBezTo>
                <a:cubicBezTo>
                  <a:pt x="1867" y="118"/>
                  <a:pt x="1872" y="121"/>
                  <a:pt x="1876" y="125"/>
                </a:cubicBezTo>
                <a:cubicBezTo>
                  <a:pt x="1880" y="128"/>
                  <a:pt x="1882" y="133"/>
                  <a:pt x="1884" y="138"/>
                </a:cubicBezTo>
                <a:cubicBezTo>
                  <a:pt x="1886" y="144"/>
                  <a:pt x="1887" y="150"/>
                  <a:pt x="1887" y="157"/>
                </a:cubicBezTo>
                <a:cubicBezTo>
                  <a:pt x="1887" y="161"/>
                  <a:pt x="1887" y="165"/>
                  <a:pt x="1886" y="168"/>
                </a:cubicBezTo>
                <a:cubicBezTo>
                  <a:pt x="1828" y="168"/>
                  <a:pt x="1828" y="168"/>
                  <a:pt x="1828" y="168"/>
                </a:cubicBezTo>
                <a:cubicBezTo>
                  <a:pt x="1831" y="178"/>
                  <a:pt x="1840" y="183"/>
                  <a:pt x="1854" y="183"/>
                </a:cubicBezTo>
                <a:cubicBezTo>
                  <a:pt x="1858" y="183"/>
                  <a:pt x="1862" y="182"/>
                  <a:pt x="1866" y="181"/>
                </a:cubicBezTo>
                <a:cubicBezTo>
                  <a:pt x="1870" y="180"/>
                  <a:pt x="1874" y="179"/>
                  <a:pt x="1877" y="178"/>
                </a:cubicBezTo>
                <a:lnTo>
                  <a:pt x="1887" y="197"/>
                </a:lnTo>
                <a:close/>
                <a:moveTo>
                  <a:pt x="1794" y="198"/>
                </a:moveTo>
                <a:cubicBezTo>
                  <a:pt x="1790" y="201"/>
                  <a:pt x="1785" y="203"/>
                  <a:pt x="1779" y="204"/>
                </a:cubicBezTo>
                <a:cubicBezTo>
                  <a:pt x="1774" y="206"/>
                  <a:pt x="1769" y="206"/>
                  <a:pt x="1763" y="206"/>
                </a:cubicBezTo>
                <a:cubicBezTo>
                  <a:pt x="1755" y="206"/>
                  <a:pt x="1748" y="205"/>
                  <a:pt x="1742" y="203"/>
                </a:cubicBezTo>
                <a:cubicBezTo>
                  <a:pt x="1736" y="201"/>
                  <a:pt x="1731" y="198"/>
                  <a:pt x="1727" y="194"/>
                </a:cubicBezTo>
                <a:cubicBezTo>
                  <a:pt x="1723" y="190"/>
                  <a:pt x="1719" y="185"/>
                  <a:pt x="1717" y="179"/>
                </a:cubicBezTo>
                <a:cubicBezTo>
                  <a:pt x="1715" y="173"/>
                  <a:pt x="1714" y="167"/>
                  <a:pt x="1714" y="160"/>
                </a:cubicBezTo>
                <a:cubicBezTo>
                  <a:pt x="1714" y="153"/>
                  <a:pt x="1715" y="147"/>
                  <a:pt x="1718" y="141"/>
                </a:cubicBezTo>
                <a:cubicBezTo>
                  <a:pt x="1720" y="135"/>
                  <a:pt x="1723" y="130"/>
                  <a:pt x="1728" y="126"/>
                </a:cubicBezTo>
                <a:cubicBezTo>
                  <a:pt x="1732" y="122"/>
                  <a:pt x="1737" y="119"/>
                  <a:pt x="1743" y="116"/>
                </a:cubicBezTo>
                <a:cubicBezTo>
                  <a:pt x="1749" y="114"/>
                  <a:pt x="1756" y="113"/>
                  <a:pt x="1763" y="113"/>
                </a:cubicBezTo>
                <a:cubicBezTo>
                  <a:pt x="1773" y="113"/>
                  <a:pt x="1781" y="115"/>
                  <a:pt x="1788" y="118"/>
                </a:cubicBezTo>
                <a:cubicBezTo>
                  <a:pt x="1784" y="144"/>
                  <a:pt x="1784" y="144"/>
                  <a:pt x="1784" y="144"/>
                </a:cubicBezTo>
                <a:cubicBezTo>
                  <a:pt x="1782" y="143"/>
                  <a:pt x="1779" y="142"/>
                  <a:pt x="1775" y="141"/>
                </a:cubicBezTo>
                <a:cubicBezTo>
                  <a:pt x="1772" y="141"/>
                  <a:pt x="1769" y="140"/>
                  <a:pt x="1767" y="140"/>
                </a:cubicBezTo>
                <a:cubicBezTo>
                  <a:pt x="1760" y="140"/>
                  <a:pt x="1755" y="142"/>
                  <a:pt x="1751" y="146"/>
                </a:cubicBezTo>
                <a:cubicBezTo>
                  <a:pt x="1747" y="149"/>
                  <a:pt x="1745" y="154"/>
                  <a:pt x="1745" y="160"/>
                </a:cubicBezTo>
                <a:cubicBezTo>
                  <a:pt x="1745" y="166"/>
                  <a:pt x="1747" y="170"/>
                  <a:pt x="1751" y="174"/>
                </a:cubicBezTo>
                <a:cubicBezTo>
                  <a:pt x="1755" y="177"/>
                  <a:pt x="1760" y="179"/>
                  <a:pt x="1767" y="179"/>
                </a:cubicBezTo>
                <a:cubicBezTo>
                  <a:pt x="1770" y="179"/>
                  <a:pt x="1772" y="179"/>
                  <a:pt x="1775" y="178"/>
                </a:cubicBezTo>
                <a:cubicBezTo>
                  <a:pt x="1778" y="178"/>
                  <a:pt x="1780" y="177"/>
                  <a:pt x="1782" y="176"/>
                </a:cubicBezTo>
                <a:lnTo>
                  <a:pt x="1794" y="198"/>
                </a:lnTo>
                <a:close/>
                <a:moveTo>
                  <a:pt x="1656" y="179"/>
                </a:moveTo>
                <a:cubicBezTo>
                  <a:pt x="1662" y="179"/>
                  <a:pt x="1666" y="177"/>
                  <a:pt x="1669" y="174"/>
                </a:cubicBezTo>
                <a:cubicBezTo>
                  <a:pt x="1673" y="170"/>
                  <a:pt x="1674" y="165"/>
                  <a:pt x="1674" y="160"/>
                </a:cubicBezTo>
                <a:cubicBezTo>
                  <a:pt x="1674" y="154"/>
                  <a:pt x="1673" y="149"/>
                  <a:pt x="1669" y="145"/>
                </a:cubicBezTo>
                <a:cubicBezTo>
                  <a:pt x="1666" y="142"/>
                  <a:pt x="1662" y="140"/>
                  <a:pt x="1656" y="140"/>
                </a:cubicBezTo>
                <a:cubicBezTo>
                  <a:pt x="1651" y="140"/>
                  <a:pt x="1647" y="142"/>
                  <a:pt x="1643" y="145"/>
                </a:cubicBezTo>
                <a:cubicBezTo>
                  <a:pt x="1640" y="149"/>
                  <a:pt x="1638" y="154"/>
                  <a:pt x="1638" y="160"/>
                </a:cubicBezTo>
                <a:cubicBezTo>
                  <a:pt x="1638" y="165"/>
                  <a:pt x="1640" y="170"/>
                  <a:pt x="1643" y="174"/>
                </a:cubicBezTo>
                <a:cubicBezTo>
                  <a:pt x="1647" y="177"/>
                  <a:pt x="1651" y="179"/>
                  <a:pt x="1656" y="179"/>
                </a:cubicBezTo>
                <a:moveTo>
                  <a:pt x="1648" y="207"/>
                </a:moveTo>
                <a:cubicBezTo>
                  <a:pt x="1642" y="207"/>
                  <a:pt x="1637" y="206"/>
                  <a:pt x="1632" y="203"/>
                </a:cubicBezTo>
                <a:cubicBezTo>
                  <a:pt x="1627" y="201"/>
                  <a:pt x="1622" y="198"/>
                  <a:pt x="1619" y="194"/>
                </a:cubicBezTo>
                <a:cubicBezTo>
                  <a:pt x="1615" y="189"/>
                  <a:pt x="1613" y="185"/>
                  <a:pt x="1611" y="179"/>
                </a:cubicBezTo>
                <a:cubicBezTo>
                  <a:pt x="1609" y="173"/>
                  <a:pt x="1608" y="167"/>
                  <a:pt x="1608" y="160"/>
                </a:cubicBezTo>
                <a:cubicBezTo>
                  <a:pt x="1608" y="153"/>
                  <a:pt x="1609" y="147"/>
                  <a:pt x="1611" y="141"/>
                </a:cubicBezTo>
                <a:cubicBezTo>
                  <a:pt x="1613" y="135"/>
                  <a:pt x="1616" y="130"/>
                  <a:pt x="1619" y="126"/>
                </a:cubicBezTo>
                <a:cubicBezTo>
                  <a:pt x="1623" y="122"/>
                  <a:pt x="1627" y="119"/>
                  <a:pt x="1633" y="116"/>
                </a:cubicBezTo>
                <a:cubicBezTo>
                  <a:pt x="1638" y="114"/>
                  <a:pt x="1643" y="113"/>
                  <a:pt x="1649" y="113"/>
                </a:cubicBezTo>
                <a:cubicBezTo>
                  <a:pt x="1654" y="113"/>
                  <a:pt x="1659" y="114"/>
                  <a:pt x="1663" y="116"/>
                </a:cubicBezTo>
                <a:cubicBezTo>
                  <a:pt x="1668" y="118"/>
                  <a:pt x="1671" y="122"/>
                  <a:pt x="1674" y="126"/>
                </a:cubicBezTo>
                <a:cubicBezTo>
                  <a:pt x="1674" y="115"/>
                  <a:pt x="1674" y="115"/>
                  <a:pt x="1674" y="115"/>
                </a:cubicBezTo>
                <a:cubicBezTo>
                  <a:pt x="1703" y="115"/>
                  <a:pt x="1703" y="115"/>
                  <a:pt x="1703" y="115"/>
                </a:cubicBezTo>
                <a:cubicBezTo>
                  <a:pt x="1703" y="204"/>
                  <a:pt x="1703" y="204"/>
                  <a:pt x="1703" y="204"/>
                </a:cubicBezTo>
                <a:cubicBezTo>
                  <a:pt x="1674" y="204"/>
                  <a:pt x="1674" y="204"/>
                  <a:pt x="1674" y="204"/>
                </a:cubicBezTo>
                <a:cubicBezTo>
                  <a:pt x="1674" y="194"/>
                  <a:pt x="1674" y="194"/>
                  <a:pt x="1674" y="194"/>
                </a:cubicBezTo>
                <a:cubicBezTo>
                  <a:pt x="1671" y="198"/>
                  <a:pt x="1668" y="201"/>
                  <a:pt x="1663" y="203"/>
                </a:cubicBezTo>
                <a:cubicBezTo>
                  <a:pt x="1659" y="206"/>
                  <a:pt x="1654" y="207"/>
                  <a:pt x="1648" y="207"/>
                </a:cubicBezTo>
                <a:moveTo>
                  <a:pt x="1549" y="179"/>
                </a:moveTo>
                <a:cubicBezTo>
                  <a:pt x="1554" y="179"/>
                  <a:pt x="1559" y="177"/>
                  <a:pt x="1562" y="174"/>
                </a:cubicBezTo>
                <a:cubicBezTo>
                  <a:pt x="1565" y="170"/>
                  <a:pt x="1567" y="165"/>
                  <a:pt x="1567" y="160"/>
                </a:cubicBezTo>
                <a:cubicBezTo>
                  <a:pt x="1567" y="154"/>
                  <a:pt x="1565" y="149"/>
                  <a:pt x="1562" y="145"/>
                </a:cubicBezTo>
                <a:cubicBezTo>
                  <a:pt x="1559" y="142"/>
                  <a:pt x="1554" y="140"/>
                  <a:pt x="1549" y="140"/>
                </a:cubicBezTo>
                <a:cubicBezTo>
                  <a:pt x="1544" y="140"/>
                  <a:pt x="1540" y="142"/>
                  <a:pt x="1536" y="145"/>
                </a:cubicBezTo>
                <a:cubicBezTo>
                  <a:pt x="1533" y="149"/>
                  <a:pt x="1531" y="154"/>
                  <a:pt x="1531" y="160"/>
                </a:cubicBezTo>
                <a:cubicBezTo>
                  <a:pt x="1531" y="165"/>
                  <a:pt x="1533" y="170"/>
                  <a:pt x="1536" y="174"/>
                </a:cubicBezTo>
                <a:cubicBezTo>
                  <a:pt x="1540" y="177"/>
                  <a:pt x="1544" y="179"/>
                  <a:pt x="1549" y="179"/>
                </a:cubicBezTo>
                <a:moveTo>
                  <a:pt x="1502" y="115"/>
                </a:moveTo>
                <a:cubicBezTo>
                  <a:pt x="1531" y="115"/>
                  <a:pt x="1531" y="115"/>
                  <a:pt x="1531" y="115"/>
                </a:cubicBezTo>
                <a:cubicBezTo>
                  <a:pt x="1531" y="125"/>
                  <a:pt x="1531" y="125"/>
                  <a:pt x="1531" y="125"/>
                </a:cubicBezTo>
                <a:cubicBezTo>
                  <a:pt x="1534" y="121"/>
                  <a:pt x="1538" y="118"/>
                  <a:pt x="1542" y="116"/>
                </a:cubicBezTo>
                <a:cubicBezTo>
                  <a:pt x="1547" y="114"/>
                  <a:pt x="1552" y="113"/>
                  <a:pt x="1558" y="113"/>
                </a:cubicBezTo>
                <a:cubicBezTo>
                  <a:pt x="1563" y="113"/>
                  <a:pt x="1569" y="114"/>
                  <a:pt x="1574" y="116"/>
                </a:cubicBezTo>
                <a:cubicBezTo>
                  <a:pt x="1579" y="118"/>
                  <a:pt x="1583" y="122"/>
                  <a:pt x="1587" y="126"/>
                </a:cubicBezTo>
                <a:cubicBezTo>
                  <a:pt x="1590" y="130"/>
                  <a:pt x="1593" y="135"/>
                  <a:pt x="1595" y="140"/>
                </a:cubicBezTo>
                <a:cubicBezTo>
                  <a:pt x="1597" y="146"/>
                  <a:pt x="1598" y="152"/>
                  <a:pt x="1598" y="159"/>
                </a:cubicBezTo>
                <a:cubicBezTo>
                  <a:pt x="1598" y="166"/>
                  <a:pt x="1597" y="172"/>
                  <a:pt x="1595" y="178"/>
                </a:cubicBezTo>
                <a:cubicBezTo>
                  <a:pt x="1593" y="184"/>
                  <a:pt x="1590" y="189"/>
                  <a:pt x="1586" y="193"/>
                </a:cubicBezTo>
                <a:cubicBezTo>
                  <a:pt x="1582" y="197"/>
                  <a:pt x="1578" y="201"/>
                  <a:pt x="1573" y="203"/>
                </a:cubicBezTo>
                <a:cubicBezTo>
                  <a:pt x="1568" y="205"/>
                  <a:pt x="1563" y="207"/>
                  <a:pt x="1557" y="207"/>
                </a:cubicBezTo>
                <a:cubicBezTo>
                  <a:pt x="1552" y="207"/>
                  <a:pt x="1547" y="206"/>
                  <a:pt x="1543" y="204"/>
                </a:cubicBezTo>
                <a:cubicBezTo>
                  <a:pt x="1539" y="202"/>
                  <a:pt x="1536" y="199"/>
                  <a:pt x="1533" y="196"/>
                </a:cubicBezTo>
                <a:cubicBezTo>
                  <a:pt x="1533" y="243"/>
                  <a:pt x="1533" y="243"/>
                  <a:pt x="1533" y="243"/>
                </a:cubicBezTo>
                <a:cubicBezTo>
                  <a:pt x="1502" y="243"/>
                  <a:pt x="1502" y="243"/>
                  <a:pt x="1502" y="243"/>
                </a:cubicBezTo>
                <a:lnTo>
                  <a:pt x="1502" y="115"/>
                </a:lnTo>
                <a:close/>
                <a:moveTo>
                  <a:pt x="1455" y="135"/>
                </a:moveTo>
                <a:cubicBezTo>
                  <a:pt x="1449" y="135"/>
                  <a:pt x="1445" y="137"/>
                  <a:pt x="1445" y="140"/>
                </a:cubicBezTo>
                <a:cubicBezTo>
                  <a:pt x="1445" y="142"/>
                  <a:pt x="1446" y="144"/>
                  <a:pt x="1448" y="145"/>
                </a:cubicBezTo>
                <a:cubicBezTo>
                  <a:pt x="1450" y="146"/>
                  <a:pt x="1454" y="147"/>
                  <a:pt x="1459" y="148"/>
                </a:cubicBezTo>
                <a:cubicBezTo>
                  <a:pt x="1469" y="151"/>
                  <a:pt x="1477" y="154"/>
                  <a:pt x="1482" y="159"/>
                </a:cubicBezTo>
                <a:cubicBezTo>
                  <a:pt x="1487" y="164"/>
                  <a:pt x="1489" y="170"/>
                  <a:pt x="1489" y="179"/>
                </a:cubicBezTo>
                <a:cubicBezTo>
                  <a:pt x="1489" y="187"/>
                  <a:pt x="1486" y="194"/>
                  <a:pt x="1479" y="199"/>
                </a:cubicBezTo>
                <a:cubicBezTo>
                  <a:pt x="1472" y="204"/>
                  <a:pt x="1462" y="207"/>
                  <a:pt x="1449" y="207"/>
                </a:cubicBezTo>
                <a:cubicBezTo>
                  <a:pt x="1442" y="207"/>
                  <a:pt x="1436" y="206"/>
                  <a:pt x="1429" y="204"/>
                </a:cubicBezTo>
                <a:cubicBezTo>
                  <a:pt x="1423" y="203"/>
                  <a:pt x="1418" y="201"/>
                  <a:pt x="1414" y="198"/>
                </a:cubicBezTo>
                <a:cubicBezTo>
                  <a:pt x="1424" y="180"/>
                  <a:pt x="1424" y="180"/>
                  <a:pt x="1424" y="180"/>
                </a:cubicBezTo>
                <a:cubicBezTo>
                  <a:pt x="1427" y="181"/>
                  <a:pt x="1431" y="182"/>
                  <a:pt x="1436" y="183"/>
                </a:cubicBezTo>
                <a:cubicBezTo>
                  <a:pt x="1440" y="184"/>
                  <a:pt x="1444" y="184"/>
                  <a:pt x="1447" y="184"/>
                </a:cubicBezTo>
                <a:cubicBezTo>
                  <a:pt x="1455" y="184"/>
                  <a:pt x="1458" y="182"/>
                  <a:pt x="1458" y="179"/>
                </a:cubicBezTo>
                <a:cubicBezTo>
                  <a:pt x="1458" y="178"/>
                  <a:pt x="1458" y="177"/>
                  <a:pt x="1458" y="176"/>
                </a:cubicBezTo>
                <a:cubicBezTo>
                  <a:pt x="1458" y="176"/>
                  <a:pt x="1457" y="175"/>
                  <a:pt x="1456" y="175"/>
                </a:cubicBezTo>
                <a:cubicBezTo>
                  <a:pt x="1455" y="174"/>
                  <a:pt x="1454" y="173"/>
                  <a:pt x="1452" y="173"/>
                </a:cubicBezTo>
                <a:cubicBezTo>
                  <a:pt x="1450" y="172"/>
                  <a:pt x="1448" y="172"/>
                  <a:pt x="1445" y="171"/>
                </a:cubicBezTo>
                <a:cubicBezTo>
                  <a:pt x="1440" y="170"/>
                  <a:pt x="1435" y="168"/>
                  <a:pt x="1432" y="166"/>
                </a:cubicBezTo>
                <a:cubicBezTo>
                  <a:pt x="1428" y="164"/>
                  <a:pt x="1425" y="162"/>
                  <a:pt x="1422" y="160"/>
                </a:cubicBezTo>
                <a:cubicBezTo>
                  <a:pt x="1420" y="157"/>
                  <a:pt x="1418" y="155"/>
                  <a:pt x="1417" y="152"/>
                </a:cubicBezTo>
                <a:cubicBezTo>
                  <a:pt x="1416" y="148"/>
                  <a:pt x="1415" y="145"/>
                  <a:pt x="1415" y="141"/>
                </a:cubicBezTo>
                <a:cubicBezTo>
                  <a:pt x="1415" y="132"/>
                  <a:pt x="1418" y="125"/>
                  <a:pt x="1425" y="120"/>
                </a:cubicBezTo>
                <a:cubicBezTo>
                  <a:pt x="1432" y="115"/>
                  <a:pt x="1441" y="113"/>
                  <a:pt x="1453" y="113"/>
                </a:cubicBezTo>
                <a:cubicBezTo>
                  <a:pt x="1459" y="113"/>
                  <a:pt x="1465" y="113"/>
                  <a:pt x="1471" y="115"/>
                </a:cubicBezTo>
                <a:cubicBezTo>
                  <a:pt x="1476" y="116"/>
                  <a:pt x="1481" y="117"/>
                  <a:pt x="1485" y="120"/>
                </a:cubicBezTo>
                <a:cubicBezTo>
                  <a:pt x="1482" y="142"/>
                  <a:pt x="1482" y="142"/>
                  <a:pt x="1482" y="142"/>
                </a:cubicBezTo>
                <a:cubicBezTo>
                  <a:pt x="1478" y="140"/>
                  <a:pt x="1473" y="138"/>
                  <a:pt x="1468" y="137"/>
                </a:cubicBezTo>
                <a:cubicBezTo>
                  <a:pt x="1464" y="136"/>
                  <a:pt x="1459" y="135"/>
                  <a:pt x="1455" y="135"/>
                </a:cubicBezTo>
                <a:moveTo>
                  <a:pt x="1356" y="181"/>
                </a:moveTo>
                <a:cubicBezTo>
                  <a:pt x="1362" y="181"/>
                  <a:pt x="1366" y="179"/>
                  <a:pt x="1370" y="175"/>
                </a:cubicBezTo>
                <a:cubicBezTo>
                  <a:pt x="1373" y="171"/>
                  <a:pt x="1375" y="166"/>
                  <a:pt x="1375" y="160"/>
                </a:cubicBezTo>
                <a:cubicBezTo>
                  <a:pt x="1375" y="153"/>
                  <a:pt x="1373" y="148"/>
                  <a:pt x="1370" y="144"/>
                </a:cubicBezTo>
                <a:cubicBezTo>
                  <a:pt x="1366" y="140"/>
                  <a:pt x="1362" y="139"/>
                  <a:pt x="1356" y="139"/>
                </a:cubicBezTo>
                <a:cubicBezTo>
                  <a:pt x="1350" y="139"/>
                  <a:pt x="1345" y="140"/>
                  <a:pt x="1342" y="144"/>
                </a:cubicBezTo>
                <a:cubicBezTo>
                  <a:pt x="1338" y="148"/>
                  <a:pt x="1337" y="153"/>
                  <a:pt x="1337" y="160"/>
                </a:cubicBezTo>
                <a:cubicBezTo>
                  <a:pt x="1337" y="166"/>
                  <a:pt x="1338" y="171"/>
                  <a:pt x="1342" y="175"/>
                </a:cubicBezTo>
                <a:cubicBezTo>
                  <a:pt x="1345" y="179"/>
                  <a:pt x="1350" y="181"/>
                  <a:pt x="1356" y="181"/>
                </a:cubicBezTo>
                <a:moveTo>
                  <a:pt x="1356" y="207"/>
                </a:moveTo>
                <a:cubicBezTo>
                  <a:pt x="1349" y="207"/>
                  <a:pt x="1342" y="205"/>
                  <a:pt x="1336" y="203"/>
                </a:cubicBezTo>
                <a:cubicBezTo>
                  <a:pt x="1330" y="201"/>
                  <a:pt x="1325" y="198"/>
                  <a:pt x="1321" y="193"/>
                </a:cubicBezTo>
                <a:cubicBezTo>
                  <a:pt x="1317" y="189"/>
                  <a:pt x="1313" y="184"/>
                  <a:pt x="1311" y="178"/>
                </a:cubicBezTo>
                <a:cubicBezTo>
                  <a:pt x="1308" y="173"/>
                  <a:pt x="1307" y="166"/>
                  <a:pt x="1307" y="160"/>
                </a:cubicBezTo>
                <a:cubicBezTo>
                  <a:pt x="1307" y="153"/>
                  <a:pt x="1308" y="147"/>
                  <a:pt x="1311" y="141"/>
                </a:cubicBezTo>
                <a:cubicBezTo>
                  <a:pt x="1313" y="135"/>
                  <a:pt x="1317" y="130"/>
                  <a:pt x="1321" y="126"/>
                </a:cubicBezTo>
                <a:cubicBezTo>
                  <a:pt x="1325" y="122"/>
                  <a:pt x="1331" y="118"/>
                  <a:pt x="1337" y="116"/>
                </a:cubicBezTo>
                <a:cubicBezTo>
                  <a:pt x="1342" y="114"/>
                  <a:pt x="1349" y="113"/>
                  <a:pt x="1356" y="113"/>
                </a:cubicBezTo>
                <a:cubicBezTo>
                  <a:pt x="1363" y="113"/>
                  <a:pt x="1369" y="114"/>
                  <a:pt x="1375" y="116"/>
                </a:cubicBezTo>
                <a:cubicBezTo>
                  <a:pt x="1381" y="118"/>
                  <a:pt x="1386" y="122"/>
                  <a:pt x="1391" y="126"/>
                </a:cubicBezTo>
                <a:cubicBezTo>
                  <a:pt x="1395" y="130"/>
                  <a:pt x="1398" y="135"/>
                  <a:pt x="1401" y="141"/>
                </a:cubicBezTo>
                <a:cubicBezTo>
                  <a:pt x="1403" y="147"/>
                  <a:pt x="1404" y="153"/>
                  <a:pt x="1404" y="160"/>
                </a:cubicBezTo>
                <a:cubicBezTo>
                  <a:pt x="1404" y="166"/>
                  <a:pt x="1403" y="173"/>
                  <a:pt x="1401" y="178"/>
                </a:cubicBezTo>
                <a:cubicBezTo>
                  <a:pt x="1398" y="184"/>
                  <a:pt x="1395" y="189"/>
                  <a:pt x="1391" y="193"/>
                </a:cubicBezTo>
                <a:cubicBezTo>
                  <a:pt x="1386" y="197"/>
                  <a:pt x="1381" y="201"/>
                  <a:pt x="1375" y="203"/>
                </a:cubicBezTo>
                <a:cubicBezTo>
                  <a:pt x="1369" y="205"/>
                  <a:pt x="1363" y="207"/>
                  <a:pt x="1356" y="207"/>
                </a:cubicBezTo>
                <a:moveTo>
                  <a:pt x="1239" y="115"/>
                </a:moveTo>
                <a:cubicBezTo>
                  <a:pt x="1269" y="115"/>
                  <a:pt x="1269" y="115"/>
                  <a:pt x="1269" y="115"/>
                </a:cubicBezTo>
                <a:cubicBezTo>
                  <a:pt x="1269" y="129"/>
                  <a:pt x="1269" y="129"/>
                  <a:pt x="1269" y="129"/>
                </a:cubicBezTo>
                <a:cubicBezTo>
                  <a:pt x="1271" y="124"/>
                  <a:pt x="1274" y="120"/>
                  <a:pt x="1278" y="118"/>
                </a:cubicBezTo>
                <a:cubicBezTo>
                  <a:pt x="1282" y="115"/>
                  <a:pt x="1286" y="114"/>
                  <a:pt x="1291" y="114"/>
                </a:cubicBezTo>
                <a:cubicBezTo>
                  <a:pt x="1295" y="114"/>
                  <a:pt x="1299" y="114"/>
                  <a:pt x="1301" y="116"/>
                </a:cubicBezTo>
                <a:cubicBezTo>
                  <a:pt x="1299" y="145"/>
                  <a:pt x="1299" y="145"/>
                  <a:pt x="1299" y="145"/>
                </a:cubicBezTo>
                <a:cubicBezTo>
                  <a:pt x="1297" y="144"/>
                  <a:pt x="1296" y="143"/>
                  <a:pt x="1293" y="143"/>
                </a:cubicBezTo>
                <a:cubicBezTo>
                  <a:pt x="1291" y="143"/>
                  <a:pt x="1289" y="142"/>
                  <a:pt x="1288" y="142"/>
                </a:cubicBezTo>
                <a:cubicBezTo>
                  <a:pt x="1276" y="142"/>
                  <a:pt x="1270" y="150"/>
                  <a:pt x="1270" y="166"/>
                </a:cubicBezTo>
                <a:cubicBezTo>
                  <a:pt x="1270" y="204"/>
                  <a:pt x="1270" y="204"/>
                  <a:pt x="1270" y="204"/>
                </a:cubicBezTo>
                <a:cubicBezTo>
                  <a:pt x="1239" y="204"/>
                  <a:pt x="1239" y="204"/>
                  <a:pt x="1239" y="204"/>
                </a:cubicBezTo>
                <a:lnTo>
                  <a:pt x="1239" y="115"/>
                </a:lnTo>
                <a:close/>
                <a:moveTo>
                  <a:pt x="1195" y="150"/>
                </a:moveTo>
                <a:cubicBezTo>
                  <a:pt x="1195" y="145"/>
                  <a:pt x="1193" y="142"/>
                  <a:pt x="1191" y="139"/>
                </a:cubicBezTo>
                <a:cubicBezTo>
                  <a:pt x="1188" y="136"/>
                  <a:pt x="1184" y="135"/>
                  <a:pt x="1180" y="135"/>
                </a:cubicBezTo>
                <a:cubicBezTo>
                  <a:pt x="1172" y="135"/>
                  <a:pt x="1166" y="140"/>
                  <a:pt x="1164" y="150"/>
                </a:cubicBezTo>
                <a:lnTo>
                  <a:pt x="1195" y="150"/>
                </a:lnTo>
                <a:close/>
                <a:moveTo>
                  <a:pt x="1224" y="197"/>
                </a:moveTo>
                <a:cubicBezTo>
                  <a:pt x="1219" y="200"/>
                  <a:pt x="1214" y="203"/>
                  <a:pt x="1208" y="204"/>
                </a:cubicBezTo>
                <a:cubicBezTo>
                  <a:pt x="1201" y="206"/>
                  <a:pt x="1195" y="207"/>
                  <a:pt x="1188" y="207"/>
                </a:cubicBezTo>
                <a:cubicBezTo>
                  <a:pt x="1180" y="207"/>
                  <a:pt x="1172" y="206"/>
                  <a:pt x="1166" y="203"/>
                </a:cubicBezTo>
                <a:cubicBezTo>
                  <a:pt x="1159" y="201"/>
                  <a:pt x="1153" y="198"/>
                  <a:pt x="1149" y="194"/>
                </a:cubicBezTo>
                <a:cubicBezTo>
                  <a:pt x="1144" y="190"/>
                  <a:pt x="1141" y="185"/>
                  <a:pt x="1138" y="179"/>
                </a:cubicBezTo>
                <a:cubicBezTo>
                  <a:pt x="1136" y="173"/>
                  <a:pt x="1134" y="167"/>
                  <a:pt x="1134" y="160"/>
                </a:cubicBezTo>
                <a:cubicBezTo>
                  <a:pt x="1134" y="153"/>
                  <a:pt x="1136" y="146"/>
                  <a:pt x="1138" y="141"/>
                </a:cubicBezTo>
                <a:cubicBezTo>
                  <a:pt x="1140" y="135"/>
                  <a:pt x="1143" y="130"/>
                  <a:pt x="1147" y="126"/>
                </a:cubicBezTo>
                <a:cubicBezTo>
                  <a:pt x="1151" y="122"/>
                  <a:pt x="1156" y="118"/>
                  <a:pt x="1162" y="116"/>
                </a:cubicBezTo>
                <a:cubicBezTo>
                  <a:pt x="1168" y="114"/>
                  <a:pt x="1174" y="113"/>
                  <a:pt x="1181" y="113"/>
                </a:cubicBezTo>
                <a:cubicBezTo>
                  <a:pt x="1187" y="113"/>
                  <a:pt x="1193" y="114"/>
                  <a:pt x="1199" y="116"/>
                </a:cubicBezTo>
                <a:cubicBezTo>
                  <a:pt x="1204" y="118"/>
                  <a:pt x="1209" y="121"/>
                  <a:pt x="1212" y="125"/>
                </a:cubicBezTo>
                <a:cubicBezTo>
                  <a:pt x="1216" y="128"/>
                  <a:pt x="1219" y="133"/>
                  <a:pt x="1221" y="138"/>
                </a:cubicBezTo>
                <a:cubicBezTo>
                  <a:pt x="1223" y="144"/>
                  <a:pt x="1224" y="150"/>
                  <a:pt x="1224" y="157"/>
                </a:cubicBezTo>
                <a:cubicBezTo>
                  <a:pt x="1224" y="161"/>
                  <a:pt x="1224" y="165"/>
                  <a:pt x="1223" y="168"/>
                </a:cubicBezTo>
                <a:cubicBezTo>
                  <a:pt x="1165" y="168"/>
                  <a:pt x="1165" y="168"/>
                  <a:pt x="1165" y="168"/>
                </a:cubicBezTo>
                <a:cubicBezTo>
                  <a:pt x="1168" y="178"/>
                  <a:pt x="1176" y="183"/>
                  <a:pt x="1191" y="183"/>
                </a:cubicBezTo>
                <a:cubicBezTo>
                  <a:pt x="1194" y="183"/>
                  <a:pt x="1198" y="182"/>
                  <a:pt x="1203" y="181"/>
                </a:cubicBezTo>
                <a:cubicBezTo>
                  <a:pt x="1207" y="180"/>
                  <a:pt x="1211" y="179"/>
                  <a:pt x="1214" y="178"/>
                </a:cubicBezTo>
                <a:lnTo>
                  <a:pt x="1224" y="197"/>
                </a:lnTo>
                <a:close/>
                <a:moveTo>
                  <a:pt x="1077" y="148"/>
                </a:moveTo>
                <a:cubicBezTo>
                  <a:pt x="1062" y="103"/>
                  <a:pt x="1062" y="103"/>
                  <a:pt x="1062" y="103"/>
                </a:cubicBezTo>
                <a:cubicBezTo>
                  <a:pt x="1047" y="148"/>
                  <a:pt x="1047" y="148"/>
                  <a:pt x="1047" y="148"/>
                </a:cubicBezTo>
                <a:lnTo>
                  <a:pt x="1077" y="148"/>
                </a:lnTo>
                <a:close/>
                <a:moveTo>
                  <a:pt x="1046" y="73"/>
                </a:moveTo>
                <a:cubicBezTo>
                  <a:pt x="1081" y="73"/>
                  <a:pt x="1081" y="73"/>
                  <a:pt x="1081" y="73"/>
                </a:cubicBezTo>
                <a:cubicBezTo>
                  <a:pt x="1133" y="204"/>
                  <a:pt x="1133" y="204"/>
                  <a:pt x="1133" y="204"/>
                </a:cubicBezTo>
                <a:cubicBezTo>
                  <a:pt x="1096" y="204"/>
                  <a:pt x="1096" y="204"/>
                  <a:pt x="1096" y="204"/>
                </a:cubicBezTo>
                <a:cubicBezTo>
                  <a:pt x="1086" y="174"/>
                  <a:pt x="1086" y="174"/>
                  <a:pt x="1086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29" y="204"/>
                  <a:pt x="1029" y="204"/>
                  <a:pt x="1029" y="204"/>
                </a:cubicBezTo>
                <a:cubicBezTo>
                  <a:pt x="995" y="204"/>
                  <a:pt x="995" y="204"/>
                  <a:pt x="995" y="204"/>
                </a:cubicBezTo>
                <a:lnTo>
                  <a:pt x="1046" y="73"/>
                </a:lnTo>
                <a:close/>
                <a:moveTo>
                  <a:pt x="921" y="135"/>
                </a:moveTo>
                <a:cubicBezTo>
                  <a:pt x="914" y="135"/>
                  <a:pt x="911" y="137"/>
                  <a:pt x="911" y="140"/>
                </a:cubicBezTo>
                <a:cubicBezTo>
                  <a:pt x="911" y="142"/>
                  <a:pt x="912" y="144"/>
                  <a:pt x="914" y="145"/>
                </a:cubicBezTo>
                <a:cubicBezTo>
                  <a:pt x="916" y="146"/>
                  <a:pt x="919" y="147"/>
                  <a:pt x="924" y="148"/>
                </a:cubicBezTo>
                <a:cubicBezTo>
                  <a:pt x="935" y="151"/>
                  <a:pt x="943" y="154"/>
                  <a:pt x="948" y="159"/>
                </a:cubicBezTo>
                <a:cubicBezTo>
                  <a:pt x="952" y="164"/>
                  <a:pt x="955" y="170"/>
                  <a:pt x="955" y="179"/>
                </a:cubicBezTo>
                <a:cubicBezTo>
                  <a:pt x="955" y="187"/>
                  <a:pt x="951" y="194"/>
                  <a:pt x="944" y="199"/>
                </a:cubicBezTo>
                <a:cubicBezTo>
                  <a:pt x="937" y="204"/>
                  <a:pt x="928" y="207"/>
                  <a:pt x="915" y="207"/>
                </a:cubicBezTo>
                <a:cubicBezTo>
                  <a:pt x="908" y="207"/>
                  <a:pt x="901" y="206"/>
                  <a:pt x="895" y="204"/>
                </a:cubicBezTo>
                <a:cubicBezTo>
                  <a:pt x="888" y="203"/>
                  <a:pt x="883" y="201"/>
                  <a:pt x="880" y="198"/>
                </a:cubicBezTo>
                <a:cubicBezTo>
                  <a:pt x="890" y="180"/>
                  <a:pt x="890" y="180"/>
                  <a:pt x="890" y="180"/>
                </a:cubicBezTo>
                <a:cubicBezTo>
                  <a:pt x="893" y="181"/>
                  <a:pt x="897" y="182"/>
                  <a:pt x="901" y="183"/>
                </a:cubicBezTo>
                <a:cubicBezTo>
                  <a:pt x="905" y="184"/>
                  <a:pt x="909" y="184"/>
                  <a:pt x="913" y="184"/>
                </a:cubicBezTo>
                <a:cubicBezTo>
                  <a:pt x="920" y="184"/>
                  <a:pt x="924" y="182"/>
                  <a:pt x="924" y="179"/>
                </a:cubicBezTo>
                <a:cubicBezTo>
                  <a:pt x="924" y="178"/>
                  <a:pt x="924" y="177"/>
                  <a:pt x="924" y="176"/>
                </a:cubicBezTo>
                <a:cubicBezTo>
                  <a:pt x="923" y="176"/>
                  <a:pt x="923" y="175"/>
                  <a:pt x="922" y="175"/>
                </a:cubicBezTo>
                <a:cubicBezTo>
                  <a:pt x="921" y="174"/>
                  <a:pt x="919" y="173"/>
                  <a:pt x="918" y="173"/>
                </a:cubicBezTo>
                <a:cubicBezTo>
                  <a:pt x="916" y="172"/>
                  <a:pt x="914" y="172"/>
                  <a:pt x="911" y="171"/>
                </a:cubicBezTo>
                <a:cubicBezTo>
                  <a:pt x="906" y="170"/>
                  <a:pt x="901" y="168"/>
                  <a:pt x="897" y="166"/>
                </a:cubicBezTo>
                <a:cubicBezTo>
                  <a:pt x="893" y="164"/>
                  <a:pt x="890" y="162"/>
                  <a:pt x="888" y="160"/>
                </a:cubicBezTo>
                <a:cubicBezTo>
                  <a:pt x="885" y="157"/>
                  <a:pt x="884" y="155"/>
                  <a:pt x="883" y="152"/>
                </a:cubicBezTo>
                <a:cubicBezTo>
                  <a:pt x="881" y="148"/>
                  <a:pt x="881" y="145"/>
                  <a:pt x="881" y="141"/>
                </a:cubicBezTo>
                <a:cubicBezTo>
                  <a:pt x="881" y="132"/>
                  <a:pt x="884" y="125"/>
                  <a:pt x="891" y="120"/>
                </a:cubicBezTo>
                <a:cubicBezTo>
                  <a:pt x="898" y="115"/>
                  <a:pt x="907" y="113"/>
                  <a:pt x="919" y="113"/>
                </a:cubicBezTo>
                <a:cubicBezTo>
                  <a:pt x="925" y="113"/>
                  <a:pt x="931" y="113"/>
                  <a:pt x="936" y="115"/>
                </a:cubicBezTo>
                <a:cubicBezTo>
                  <a:pt x="942" y="116"/>
                  <a:pt x="947" y="117"/>
                  <a:pt x="951" y="120"/>
                </a:cubicBezTo>
                <a:cubicBezTo>
                  <a:pt x="948" y="142"/>
                  <a:pt x="948" y="142"/>
                  <a:pt x="948" y="142"/>
                </a:cubicBezTo>
                <a:cubicBezTo>
                  <a:pt x="943" y="140"/>
                  <a:pt x="939" y="138"/>
                  <a:pt x="934" y="137"/>
                </a:cubicBezTo>
                <a:cubicBezTo>
                  <a:pt x="929" y="136"/>
                  <a:pt x="925" y="135"/>
                  <a:pt x="921" y="135"/>
                </a:cubicBezTo>
                <a:moveTo>
                  <a:pt x="780" y="115"/>
                </a:moveTo>
                <a:cubicBezTo>
                  <a:pt x="810" y="115"/>
                  <a:pt x="810" y="115"/>
                  <a:pt x="810" y="115"/>
                </a:cubicBezTo>
                <a:cubicBezTo>
                  <a:pt x="810" y="126"/>
                  <a:pt x="810" y="126"/>
                  <a:pt x="810" y="126"/>
                </a:cubicBezTo>
                <a:cubicBezTo>
                  <a:pt x="812" y="122"/>
                  <a:pt x="816" y="119"/>
                  <a:pt x="820" y="116"/>
                </a:cubicBezTo>
                <a:cubicBezTo>
                  <a:pt x="825" y="114"/>
                  <a:pt x="830" y="113"/>
                  <a:pt x="836" y="113"/>
                </a:cubicBezTo>
                <a:cubicBezTo>
                  <a:pt x="846" y="113"/>
                  <a:pt x="853" y="116"/>
                  <a:pt x="859" y="122"/>
                </a:cubicBezTo>
                <a:cubicBezTo>
                  <a:pt x="864" y="128"/>
                  <a:pt x="866" y="138"/>
                  <a:pt x="866" y="150"/>
                </a:cubicBezTo>
                <a:cubicBezTo>
                  <a:pt x="866" y="204"/>
                  <a:pt x="866" y="204"/>
                  <a:pt x="866" y="204"/>
                </a:cubicBezTo>
                <a:cubicBezTo>
                  <a:pt x="836" y="204"/>
                  <a:pt x="836" y="204"/>
                  <a:pt x="836" y="204"/>
                </a:cubicBezTo>
                <a:cubicBezTo>
                  <a:pt x="836" y="156"/>
                  <a:pt x="836" y="156"/>
                  <a:pt x="836" y="156"/>
                </a:cubicBezTo>
                <a:cubicBezTo>
                  <a:pt x="836" y="145"/>
                  <a:pt x="832" y="140"/>
                  <a:pt x="824" y="140"/>
                </a:cubicBezTo>
                <a:cubicBezTo>
                  <a:pt x="819" y="140"/>
                  <a:pt x="816" y="142"/>
                  <a:pt x="814" y="144"/>
                </a:cubicBezTo>
                <a:cubicBezTo>
                  <a:pt x="812" y="147"/>
                  <a:pt x="810" y="152"/>
                  <a:pt x="810" y="157"/>
                </a:cubicBezTo>
                <a:cubicBezTo>
                  <a:pt x="810" y="204"/>
                  <a:pt x="810" y="204"/>
                  <a:pt x="810" y="204"/>
                </a:cubicBezTo>
                <a:cubicBezTo>
                  <a:pt x="780" y="204"/>
                  <a:pt x="780" y="204"/>
                  <a:pt x="780" y="204"/>
                </a:cubicBezTo>
                <a:lnTo>
                  <a:pt x="780" y="115"/>
                </a:lnTo>
                <a:close/>
                <a:moveTo>
                  <a:pt x="729" y="115"/>
                </a:moveTo>
                <a:cubicBezTo>
                  <a:pt x="760" y="115"/>
                  <a:pt x="760" y="115"/>
                  <a:pt x="760" y="115"/>
                </a:cubicBezTo>
                <a:cubicBezTo>
                  <a:pt x="760" y="204"/>
                  <a:pt x="760" y="204"/>
                  <a:pt x="760" y="204"/>
                </a:cubicBezTo>
                <a:cubicBezTo>
                  <a:pt x="729" y="204"/>
                  <a:pt x="729" y="204"/>
                  <a:pt x="729" y="204"/>
                </a:cubicBezTo>
                <a:lnTo>
                  <a:pt x="729" y="115"/>
                </a:lnTo>
                <a:close/>
                <a:moveTo>
                  <a:pt x="744" y="101"/>
                </a:moveTo>
                <a:cubicBezTo>
                  <a:pt x="739" y="101"/>
                  <a:pt x="735" y="100"/>
                  <a:pt x="732" y="97"/>
                </a:cubicBezTo>
                <a:cubicBezTo>
                  <a:pt x="729" y="94"/>
                  <a:pt x="727" y="90"/>
                  <a:pt x="727" y="85"/>
                </a:cubicBezTo>
                <a:cubicBezTo>
                  <a:pt x="727" y="80"/>
                  <a:pt x="729" y="76"/>
                  <a:pt x="732" y="73"/>
                </a:cubicBezTo>
                <a:cubicBezTo>
                  <a:pt x="735" y="70"/>
                  <a:pt x="739" y="68"/>
                  <a:pt x="744" y="68"/>
                </a:cubicBezTo>
                <a:cubicBezTo>
                  <a:pt x="749" y="68"/>
                  <a:pt x="753" y="70"/>
                  <a:pt x="757" y="73"/>
                </a:cubicBezTo>
                <a:cubicBezTo>
                  <a:pt x="760" y="76"/>
                  <a:pt x="762" y="80"/>
                  <a:pt x="762" y="85"/>
                </a:cubicBezTo>
                <a:cubicBezTo>
                  <a:pt x="762" y="90"/>
                  <a:pt x="760" y="94"/>
                  <a:pt x="757" y="97"/>
                </a:cubicBezTo>
                <a:cubicBezTo>
                  <a:pt x="753" y="100"/>
                  <a:pt x="749" y="101"/>
                  <a:pt x="744" y="101"/>
                </a:cubicBezTo>
                <a:moveTo>
                  <a:pt x="676" y="73"/>
                </a:moveTo>
                <a:cubicBezTo>
                  <a:pt x="707" y="73"/>
                  <a:pt x="707" y="73"/>
                  <a:pt x="707" y="73"/>
                </a:cubicBezTo>
                <a:cubicBezTo>
                  <a:pt x="707" y="204"/>
                  <a:pt x="707" y="204"/>
                  <a:pt x="707" y="204"/>
                </a:cubicBezTo>
                <a:cubicBezTo>
                  <a:pt x="676" y="204"/>
                  <a:pt x="676" y="204"/>
                  <a:pt x="676" y="204"/>
                </a:cubicBezTo>
                <a:lnTo>
                  <a:pt x="676" y="73"/>
                </a:lnTo>
                <a:close/>
                <a:moveTo>
                  <a:pt x="625" y="73"/>
                </a:moveTo>
                <a:cubicBezTo>
                  <a:pt x="656" y="73"/>
                  <a:pt x="656" y="73"/>
                  <a:pt x="656" y="73"/>
                </a:cubicBezTo>
                <a:cubicBezTo>
                  <a:pt x="656" y="204"/>
                  <a:pt x="656" y="204"/>
                  <a:pt x="656" y="204"/>
                </a:cubicBezTo>
                <a:cubicBezTo>
                  <a:pt x="625" y="204"/>
                  <a:pt x="625" y="204"/>
                  <a:pt x="625" y="204"/>
                </a:cubicBezTo>
                <a:lnTo>
                  <a:pt x="625" y="73"/>
                </a:lnTo>
                <a:close/>
                <a:moveTo>
                  <a:pt x="564" y="181"/>
                </a:moveTo>
                <a:cubicBezTo>
                  <a:pt x="570" y="181"/>
                  <a:pt x="574" y="179"/>
                  <a:pt x="578" y="175"/>
                </a:cubicBezTo>
                <a:cubicBezTo>
                  <a:pt x="581" y="171"/>
                  <a:pt x="583" y="166"/>
                  <a:pt x="583" y="160"/>
                </a:cubicBezTo>
                <a:cubicBezTo>
                  <a:pt x="583" y="153"/>
                  <a:pt x="581" y="148"/>
                  <a:pt x="578" y="144"/>
                </a:cubicBezTo>
                <a:cubicBezTo>
                  <a:pt x="574" y="140"/>
                  <a:pt x="570" y="139"/>
                  <a:pt x="564" y="139"/>
                </a:cubicBezTo>
                <a:cubicBezTo>
                  <a:pt x="558" y="139"/>
                  <a:pt x="553" y="140"/>
                  <a:pt x="550" y="144"/>
                </a:cubicBezTo>
                <a:cubicBezTo>
                  <a:pt x="546" y="148"/>
                  <a:pt x="544" y="153"/>
                  <a:pt x="544" y="160"/>
                </a:cubicBezTo>
                <a:cubicBezTo>
                  <a:pt x="544" y="166"/>
                  <a:pt x="546" y="171"/>
                  <a:pt x="550" y="175"/>
                </a:cubicBezTo>
                <a:cubicBezTo>
                  <a:pt x="553" y="179"/>
                  <a:pt x="558" y="181"/>
                  <a:pt x="564" y="181"/>
                </a:cubicBezTo>
                <a:moveTo>
                  <a:pt x="564" y="207"/>
                </a:moveTo>
                <a:cubicBezTo>
                  <a:pt x="557" y="207"/>
                  <a:pt x="550" y="205"/>
                  <a:pt x="544" y="203"/>
                </a:cubicBezTo>
                <a:cubicBezTo>
                  <a:pt x="538" y="200"/>
                  <a:pt x="533" y="197"/>
                  <a:pt x="529" y="192"/>
                </a:cubicBezTo>
                <a:cubicBezTo>
                  <a:pt x="524" y="188"/>
                  <a:pt x="521" y="183"/>
                  <a:pt x="518" y="177"/>
                </a:cubicBezTo>
                <a:cubicBezTo>
                  <a:pt x="516" y="171"/>
                  <a:pt x="515" y="164"/>
                  <a:pt x="515" y="158"/>
                </a:cubicBezTo>
                <a:cubicBezTo>
                  <a:pt x="515" y="151"/>
                  <a:pt x="516" y="145"/>
                  <a:pt x="518" y="139"/>
                </a:cubicBezTo>
                <a:cubicBezTo>
                  <a:pt x="521" y="134"/>
                  <a:pt x="524" y="129"/>
                  <a:pt x="529" y="125"/>
                </a:cubicBezTo>
                <a:cubicBezTo>
                  <a:pt x="533" y="121"/>
                  <a:pt x="538" y="118"/>
                  <a:pt x="544" y="116"/>
                </a:cubicBezTo>
                <a:cubicBezTo>
                  <a:pt x="550" y="114"/>
                  <a:pt x="557" y="113"/>
                  <a:pt x="564" y="113"/>
                </a:cubicBezTo>
                <a:cubicBezTo>
                  <a:pt x="571" y="113"/>
                  <a:pt x="577" y="114"/>
                  <a:pt x="583" y="116"/>
                </a:cubicBezTo>
                <a:cubicBezTo>
                  <a:pt x="589" y="118"/>
                  <a:pt x="594" y="122"/>
                  <a:pt x="599" y="126"/>
                </a:cubicBezTo>
                <a:cubicBezTo>
                  <a:pt x="603" y="130"/>
                  <a:pt x="606" y="135"/>
                  <a:pt x="609" y="141"/>
                </a:cubicBezTo>
                <a:cubicBezTo>
                  <a:pt x="611" y="147"/>
                  <a:pt x="612" y="153"/>
                  <a:pt x="612" y="160"/>
                </a:cubicBezTo>
                <a:cubicBezTo>
                  <a:pt x="612" y="166"/>
                  <a:pt x="611" y="173"/>
                  <a:pt x="609" y="178"/>
                </a:cubicBezTo>
                <a:cubicBezTo>
                  <a:pt x="606" y="184"/>
                  <a:pt x="603" y="189"/>
                  <a:pt x="599" y="193"/>
                </a:cubicBezTo>
                <a:cubicBezTo>
                  <a:pt x="594" y="197"/>
                  <a:pt x="589" y="201"/>
                  <a:pt x="583" y="203"/>
                </a:cubicBezTo>
                <a:cubicBezTo>
                  <a:pt x="577" y="205"/>
                  <a:pt x="571" y="207"/>
                  <a:pt x="564" y="207"/>
                </a:cubicBezTo>
                <a:moveTo>
                  <a:pt x="507" y="192"/>
                </a:moveTo>
                <a:cubicBezTo>
                  <a:pt x="501" y="196"/>
                  <a:pt x="494" y="200"/>
                  <a:pt x="486" y="202"/>
                </a:cubicBezTo>
                <a:cubicBezTo>
                  <a:pt x="478" y="205"/>
                  <a:pt x="469" y="206"/>
                  <a:pt x="460" y="206"/>
                </a:cubicBezTo>
                <a:cubicBezTo>
                  <a:pt x="450" y="206"/>
                  <a:pt x="440" y="204"/>
                  <a:pt x="432" y="201"/>
                </a:cubicBezTo>
                <a:cubicBezTo>
                  <a:pt x="424" y="198"/>
                  <a:pt x="417" y="194"/>
                  <a:pt x="411" y="188"/>
                </a:cubicBezTo>
                <a:cubicBezTo>
                  <a:pt x="405" y="183"/>
                  <a:pt x="401" y="176"/>
                  <a:pt x="398" y="167"/>
                </a:cubicBezTo>
                <a:cubicBezTo>
                  <a:pt x="394" y="159"/>
                  <a:pt x="393" y="150"/>
                  <a:pt x="393" y="139"/>
                </a:cubicBezTo>
                <a:cubicBezTo>
                  <a:pt x="393" y="129"/>
                  <a:pt x="395" y="120"/>
                  <a:pt x="398" y="112"/>
                </a:cubicBezTo>
                <a:cubicBezTo>
                  <a:pt x="402" y="104"/>
                  <a:pt x="406" y="96"/>
                  <a:pt x="413" y="90"/>
                </a:cubicBezTo>
                <a:cubicBezTo>
                  <a:pt x="419" y="85"/>
                  <a:pt x="427" y="80"/>
                  <a:pt x="435" y="77"/>
                </a:cubicBezTo>
                <a:cubicBezTo>
                  <a:pt x="444" y="73"/>
                  <a:pt x="454" y="72"/>
                  <a:pt x="464" y="72"/>
                </a:cubicBezTo>
                <a:cubicBezTo>
                  <a:pt x="468" y="72"/>
                  <a:pt x="472" y="72"/>
                  <a:pt x="476" y="72"/>
                </a:cubicBezTo>
                <a:cubicBezTo>
                  <a:pt x="480" y="73"/>
                  <a:pt x="484" y="74"/>
                  <a:pt x="487" y="75"/>
                </a:cubicBezTo>
                <a:cubicBezTo>
                  <a:pt x="491" y="76"/>
                  <a:pt x="495" y="77"/>
                  <a:pt x="498" y="78"/>
                </a:cubicBezTo>
                <a:cubicBezTo>
                  <a:pt x="501" y="79"/>
                  <a:pt x="504" y="81"/>
                  <a:pt x="507" y="82"/>
                </a:cubicBezTo>
                <a:cubicBezTo>
                  <a:pt x="493" y="109"/>
                  <a:pt x="493" y="109"/>
                  <a:pt x="493" y="109"/>
                </a:cubicBezTo>
                <a:cubicBezTo>
                  <a:pt x="490" y="108"/>
                  <a:pt x="488" y="107"/>
                  <a:pt x="486" y="106"/>
                </a:cubicBezTo>
                <a:cubicBezTo>
                  <a:pt x="484" y="105"/>
                  <a:pt x="482" y="104"/>
                  <a:pt x="480" y="104"/>
                </a:cubicBezTo>
                <a:cubicBezTo>
                  <a:pt x="478" y="103"/>
                  <a:pt x="476" y="103"/>
                  <a:pt x="474" y="102"/>
                </a:cubicBezTo>
                <a:cubicBezTo>
                  <a:pt x="472" y="102"/>
                  <a:pt x="469" y="102"/>
                  <a:pt x="466" y="102"/>
                </a:cubicBezTo>
                <a:cubicBezTo>
                  <a:pt x="455" y="102"/>
                  <a:pt x="445" y="105"/>
                  <a:pt x="439" y="112"/>
                </a:cubicBezTo>
                <a:cubicBezTo>
                  <a:pt x="432" y="118"/>
                  <a:pt x="428" y="127"/>
                  <a:pt x="428" y="139"/>
                </a:cubicBezTo>
                <a:cubicBezTo>
                  <a:pt x="428" y="144"/>
                  <a:pt x="429" y="149"/>
                  <a:pt x="431" y="154"/>
                </a:cubicBezTo>
                <a:cubicBezTo>
                  <a:pt x="433" y="158"/>
                  <a:pt x="435" y="162"/>
                  <a:pt x="438" y="165"/>
                </a:cubicBezTo>
                <a:cubicBezTo>
                  <a:pt x="441" y="168"/>
                  <a:pt x="445" y="171"/>
                  <a:pt x="449" y="173"/>
                </a:cubicBezTo>
                <a:cubicBezTo>
                  <a:pt x="454" y="175"/>
                  <a:pt x="459" y="175"/>
                  <a:pt x="464" y="175"/>
                </a:cubicBezTo>
                <a:cubicBezTo>
                  <a:pt x="469" y="175"/>
                  <a:pt x="474" y="175"/>
                  <a:pt x="479" y="173"/>
                </a:cubicBezTo>
                <a:cubicBezTo>
                  <a:pt x="484" y="171"/>
                  <a:pt x="489" y="168"/>
                  <a:pt x="493" y="165"/>
                </a:cubicBezTo>
                <a:lnTo>
                  <a:pt x="507" y="192"/>
                </a:lnTo>
                <a:close/>
                <a:moveTo>
                  <a:pt x="126" y="2"/>
                </a:moveTo>
                <a:cubicBezTo>
                  <a:pt x="130" y="1"/>
                  <a:pt x="133" y="1"/>
                  <a:pt x="137" y="0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50" y="96"/>
                  <a:pt x="146" y="96"/>
                  <a:pt x="143" y="97"/>
                </a:cubicBezTo>
                <a:lnTo>
                  <a:pt x="126" y="2"/>
                </a:lnTo>
                <a:close/>
                <a:moveTo>
                  <a:pt x="122" y="107"/>
                </a:moveTo>
                <a:cubicBezTo>
                  <a:pt x="126" y="105"/>
                  <a:pt x="129" y="102"/>
                  <a:pt x="133" y="101"/>
                </a:cubicBezTo>
                <a:cubicBezTo>
                  <a:pt x="85" y="17"/>
                  <a:pt x="85" y="17"/>
                  <a:pt x="85" y="17"/>
                </a:cubicBezTo>
                <a:cubicBezTo>
                  <a:pt x="82" y="19"/>
                  <a:pt x="78" y="21"/>
                  <a:pt x="74" y="24"/>
                </a:cubicBezTo>
                <a:lnTo>
                  <a:pt x="122" y="107"/>
                </a:lnTo>
                <a:close/>
                <a:moveTo>
                  <a:pt x="95" y="160"/>
                </a:moveTo>
                <a:cubicBezTo>
                  <a:pt x="95" y="156"/>
                  <a:pt x="95" y="153"/>
                  <a:pt x="96" y="14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2"/>
                  <a:pt x="0" y="156"/>
                  <a:pt x="0" y="159"/>
                </a:cubicBezTo>
                <a:cubicBezTo>
                  <a:pt x="0" y="162"/>
                  <a:pt x="0" y="165"/>
                  <a:pt x="0" y="169"/>
                </a:cubicBezTo>
                <a:cubicBezTo>
                  <a:pt x="95" y="169"/>
                  <a:pt x="95" y="169"/>
                  <a:pt x="95" y="169"/>
                </a:cubicBezTo>
                <a:cubicBezTo>
                  <a:pt x="95" y="166"/>
                  <a:pt x="95" y="163"/>
                  <a:pt x="95" y="160"/>
                </a:cubicBezTo>
                <a:moveTo>
                  <a:pt x="224" y="160"/>
                </a:moveTo>
                <a:cubicBezTo>
                  <a:pt x="224" y="195"/>
                  <a:pt x="195" y="224"/>
                  <a:pt x="159" y="224"/>
                </a:cubicBezTo>
                <a:cubicBezTo>
                  <a:pt x="128" y="224"/>
                  <a:pt x="101" y="201"/>
                  <a:pt x="96" y="171"/>
                </a:cubicBezTo>
                <a:cubicBezTo>
                  <a:pt x="6" y="203"/>
                  <a:pt x="6" y="203"/>
                  <a:pt x="6" y="203"/>
                </a:cubicBezTo>
                <a:cubicBezTo>
                  <a:pt x="8" y="210"/>
                  <a:pt x="11" y="217"/>
                  <a:pt x="14" y="224"/>
                </a:cubicBezTo>
                <a:cubicBezTo>
                  <a:pt x="103" y="191"/>
                  <a:pt x="103" y="191"/>
                  <a:pt x="103" y="191"/>
                </a:cubicBezTo>
                <a:cubicBezTo>
                  <a:pt x="30" y="253"/>
                  <a:pt x="30" y="253"/>
                  <a:pt x="30" y="253"/>
                </a:cubicBezTo>
                <a:cubicBezTo>
                  <a:pt x="34" y="259"/>
                  <a:pt x="40" y="265"/>
                  <a:pt x="45" y="271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69" y="291"/>
                  <a:pt x="69" y="291"/>
                  <a:pt x="69" y="291"/>
                </a:cubicBezTo>
                <a:cubicBezTo>
                  <a:pt x="76" y="296"/>
                  <a:pt x="83" y="300"/>
                  <a:pt x="91" y="304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18" y="314"/>
                  <a:pt x="118" y="314"/>
                  <a:pt x="118" y="314"/>
                </a:cubicBezTo>
                <a:cubicBezTo>
                  <a:pt x="127" y="317"/>
                  <a:pt x="136" y="318"/>
                  <a:pt x="146" y="319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73" y="319"/>
                  <a:pt x="173" y="319"/>
                  <a:pt x="173" y="319"/>
                </a:cubicBezTo>
                <a:cubicBezTo>
                  <a:pt x="183" y="318"/>
                  <a:pt x="192" y="317"/>
                  <a:pt x="202" y="314"/>
                </a:cubicBezTo>
                <a:cubicBezTo>
                  <a:pt x="189" y="242"/>
                  <a:pt x="189" y="242"/>
                  <a:pt x="189" y="242"/>
                </a:cubicBezTo>
                <a:cubicBezTo>
                  <a:pt x="225" y="305"/>
                  <a:pt x="225" y="305"/>
                  <a:pt x="225" y="305"/>
                </a:cubicBezTo>
                <a:cubicBezTo>
                  <a:pt x="235" y="301"/>
                  <a:pt x="245" y="295"/>
                  <a:pt x="253" y="289"/>
                </a:cubicBezTo>
                <a:cubicBezTo>
                  <a:pt x="220" y="231"/>
                  <a:pt x="220" y="231"/>
                  <a:pt x="220" y="231"/>
                </a:cubicBezTo>
                <a:cubicBezTo>
                  <a:pt x="271" y="274"/>
                  <a:pt x="271" y="274"/>
                  <a:pt x="271" y="274"/>
                </a:cubicBezTo>
                <a:cubicBezTo>
                  <a:pt x="279" y="266"/>
                  <a:pt x="286" y="257"/>
                  <a:pt x="293" y="247"/>
                </a:cubicBezTo>
                <a:cubicBezTo>
                  <a:pt x="247" y="209"/>
                  <a:pt x="247" y="209"/>
                  <a:pt x="247" y="209"/>
                </a:cubicBezTo>
                <a:cubicBezTo>
                  <a:pt x="303" y="229"/>
                  <a:pt x="303" y="229"/>
                  <a:pt x="303" y="229"/>
                </a:cubicBezTo>
                <a:cubicBezTo>
                  <a:pt x="308" y="219"/>
                  <a:pt x="312" y="207"/>
                  <a:pt x="315" y="195"/>
                </a:cubicBezTo>
                <a:cubicBezTo>
                  <a:pt x="266" y="177"/>
                  <a:pt x="266" y="177"/>
                  <a:pt x="266" y="177"/>
                </a:cubicBezTo>
                <a:cubicBezTo>
                  <a:pt x="318" y="177"/>
                  <a:pt x="318" y="177"/>
                  <a:pt x="318" y="177"/>
                </a:cubicBezTo>
                <a:cubicBezTo>
                  <a:pt x="319" y="171"/>
                  <a:pt x="319" y="165"/>
                  <a:pt x="319" y="159"/>
                </a:cubicBezTo>
                <a:cubicBezTo>
                  <a:pt x="319" y="152"/>
                  <a:pt x="318" y="145"/>
                  <a:pt x="317" y="138"/>
                </a:cubicBezTo>
                <a:cubicBezTo>
                  <a:pt x="220" y="138"/>
                  <a:pt x="220" y="138"/>
                  <a:pt x="220" y="138"/>
                </a:cubicBezTo>
                <a:cubicBezTo>
                  <a:pt x="223" y="145"/>
                  <a:pt x="224" y="152"/>
                  <a:pt x="224" y="160"/>
                </a:cubicBezTo>
                <a:moveTo>
                  <a:pt x="97" y="145"/>
                </a:moveTo>
                <a:cubicBezTo>
                  <a:pt x="98" y="139"/>
                  <a:pt x="100" y="134"/>
                  <a:pt x="103" y="129"/>
                </a:cubicBezTo>
                <a:cubicBezTo>
                  <a:pt x="13" y="96"/>
                  <a:pt x="13" y="96"/>
                  <a:pt x="13" y="96"/>
                </a:cubicBezTo>
                <a:cubicBezTo>
                  <a:pt x="11" y="101"/>
                  <a:pt x="9" y="107"/>
                  <a:pt x="7" y="112"/>
                </a:cubicBezTo>
                <a:lnTo>
                  <a:pt x="97" y="145"/>
                </a:lnTo>
                <a:close/>
                <a:moveTo>
                  <a:pt x="280" y="54"/>
                </a:moveTo>
                <a:cubicBezTo>
                  <a:pt x="207" y="115"/>
                  <a:pt x="207" y="115"/>
                  <a:pt x="207" y="115"/>
                </a:cubicBezTo>
                <a:cubicBezTo>
                  <a:pt x="208" y="117"/>
                  <a:pt x="210" y="119"/>
                  <a:pt x="212" y="121"/>
                </a:cubicBezTo>
                <a:cubicBezTo>
                  <a:pt x="285" y="60"/>
                  <a:pt x="285" y="60"/>
                  <a:pt x="285" y="60"/>
                </a:cubicBezTo>
                <a:cubicBezTo>
                  <a:pt x="283" y="58"/>
                  <a:pt x="281" y="56"/>
                  <a:pt x="280" y="54"/>
                </a:cubicBezTo>
                <a:moveTo>
                  <a:pt x="243" y="23"/>
                </a:moveTo>
                <a:cubicBezTo>
                  <a:pt x="241" y="21"/>
                  <a:pt x="238" y="20"/>
                  <a:pt x="236" y="18"/>
                </a:cubicBezTo>
                <a:cubicBezTo>
                  <a:pt x="188" y="102"/>
                  <a:pt x="188" y="102"/>
                  <a:pt x="188" y="102"/>
                </a:cubicBezTo>
                <a:cubicBezTo>
                  <a:pt x="190" y="103"/>
                  <a:pt x="193" y="104"/>
                  <a:pt x="196" y="106"/>
                </a:cubicBezTo>
                <a:lnTo>
                  <a:pt x="243" y="23"/>
                </a:lnTo>
                <a:close/>
                <a:moveTo>
                  <a:pt x="116" y="112"/>
                </a:moveTo>
                <a:cubicBezTo>
                  <a:pt x="42" y="50"/>
                  <a:pt x="42" y="50"/>
                  <a:pt x="42" y="50"/>
                </a:cubicBezTo>
                <a:cubicBezTo>
                  <a:pt x="39" y="54"/>
                  <a:pt x="36" y="58"/>
                  <a:pt x="33" y="62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9" y="119"/>
                  <a:pt x="112" y="116"/>
                  <a:pt x="116" y="112"/>
                </a:cubicBezTo>
                <a:moveTo>
                  <a:pt x="166" y="95"/>
                </a:moveTo>
                <a:cubicBezTo>
                  <a:pt x="169" y="96"/>
                  <a:pt x="172" y="96"/>
                  <a:pt x="175" y="97"/>
                </a:cubicBezTo>
                <a:cubicBezTo>
                  <a:pt x="192" y="2"/>
                  <a:pt x="192" y="2"/>
                  <a:pt x="192" y="2"/>
                </a:cubicBezTo>
                <a:cubicBezTo>
                  <a:pt x="189" y="1"/>
                  <a:pt x="186" y="1"/>
                  <a:pt x="183" y="0"/>
                </a:cubicBezTo>
                <a:lnTo>
                  <a:pt x="166" y="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78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|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397E52E-98A3-4984-931D-1E63DCDB9A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21D27-7279-4E5A-A354-B1B0C73D427F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56E47-238B-4F65-BF44-6D8FA932FBB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93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|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pc="300" baseline="0"/>
            </a:lvl1pPr>
          </a:lstStyle>
          <a:p>
            <a:pPr lvl="0"/>
            <a:r>
              <a:rPr lang="en-US" dirty="0"/>
              <a:t>TITLE HERE. ALL CAPS. BLACK.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7AA4070-7CFC-45F6-8A11-958B4586B1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45897C-23C1-436B-89DF-882EE349FC8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D10A-591E-4F9C-9814-BD8C78107065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64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3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7200" y="457200"/>
            <a:ext cx="8686800" cy="0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AAEC19-A6B2-4318-8059-930560E2463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0D61B-C032-47A0-817B-E65EADC178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3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black.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4A3360-5419-403A-BF9A-FFDBE6F34F28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E21A3-FD86-4B24-9BF4-D756D4A8106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6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3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tx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4E10CE-6D19-4A8A-AAD8-85840FDD8F3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This document does not include any export controlled technical data. | Collins Aerospace Proprietary.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D1D29-7C65-4277-A32E-2FD693FAC8A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E988F-F066-469F-B9DB-2509596932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300" baseline="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B6529-7FFC-481C-8C50-839650D8F5E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30380-8D6C-48ED-B960-5D3CA89888C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9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A2C1F3-FA25-47B6-8A37-E9A0CD151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300" baseline="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Black.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2BE83E-D886-418F-9C93-2D5DEA9C348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2071B-2C30-49B6-95FF-C5CCFE8BAA7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8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1C7030-7C21-4D01-94C3-78400167F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300" baseline="0">
                <a:solidFill>
                  <a:schemeClr val="tx1"/>
                </a:solidFill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9FA3B2-D0F0-46D2-9466-44B642FC905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A297C-A2D6-40CA-AD99-EEB809D81A8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2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28034" cy="568875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428034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5344" y="1231463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534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2D8180D-0D8E-B642-AD57-6BA7F62375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57300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375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4426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80660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3338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78611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Text Placeholder 59">
            <a:extLst>
              <a:ext uri="{FF2B5EF4-FFF2-40B4-BE49-F238E27FC236}">
                <a16:creationId xmlns:a16="http://schemas.microsoft.com/office/drawing/2014/main" id="{AAD068EC-C3F2-0F46-B6CB-4A76074636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54880" y="1354673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6396501-5E4A-4547-BD0E-75445D8F48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2571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603966A-E2D9-824B-A89F-EA677B9EFE1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44268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F306B794-F127-CD4A-AF19-BEEFCAA85B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4426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34112D37-2205-B848-AC2E-BD4056D73F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3757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F7F8772C-0E28-B04E-BD81-B40EF87AEC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3757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9227AD50-FBF9-A246-AF49-3CEF5A9B0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44268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9801118-1422-A14E-BD94-22F26787C1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144268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DA83B46F-FD84-814E-B725-028067D91D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95344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7608E6CD-ACB2-4A4E-99C9-BA790309A6C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95344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34273060-1F39-A54E-B595-D24001E81C2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0660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B3F8C38-E7FA-EC4B-B0EA-E8968653CAE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80660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C10AEC33-A230-184B-A765-7D4A74A8F4C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428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9F2E478C-C4E9-4146-9EC3-D0C9AB7A65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428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81E76849-5610-2C40-93D4-822EF3028FB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50567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29" name="Text Placeholder 59">
            <a:extLst>
              <a:ext uri="{FF2B5EF4-FFF2-40B4-BE49-F238E27FC236}">
                <a16:creationId xmlns:a16="http://schemas.microsoft.com/office/drawing/2014/main" id="{11A9C59D-F39D-D14F-AF46-5BA85F56768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823460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695BFE7-6E66-EB4F-83FA-D531E3D06BC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823460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81818247-7E1D-6647-BB1B-ACB36AE7600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64928" y="2380721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4F1CECA1-565B-7540-B43C-49770A617EC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36492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5A430AF1-FF22-0A4E-9AAB-B6FEC573BCF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7861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99BD1052-19CC-5A4B-9443-95FF06B7100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7861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F1AE9EA-E293-486F-B3CE-4BF2AB9EE23C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06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92082" cy="568875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492082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3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95344" y="1249997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75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4426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95344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80660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3338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78611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27A2740-AC7D-7345-984A-5BD6779737F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33388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ABFBA9D-330E-B447-889F-71B98260E15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54880" y="1365950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9383DA9-35EB-A841-B8E8-066B4EA04E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44247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B4988776-510F-FE4F-9066-FE58CA4CE6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375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5CA73BAF-90D6-DF40-BA83-5BBD69EFFCB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75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EDE97D3D-175D-6149-AF76-3EF0663BC7E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1683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07AEE21D-ADEA-DA47-A36B-ED05986C0A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1683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3570388-CF93-E14C-8871-B14FC996C8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95344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B7D95C78-A9DC-5142-80B0-BEE8D025B5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5344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5C20E454-7D71-6D49-8340-2C2C92BAB60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274485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DC2A92B2-B90B-AC44-8367-CC89EF3178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274485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AA62298-769A-A843-804C-507D94C7C8D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53325" y="4137254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90DB92DC-5B96-6947-9102-329E9AD6B4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53325" y="4366644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11145940-26F6-D345-AEB5-DB00F76C7F1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78611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spc="0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8" name="Text Placeholder 59">
            <a:extLst>
              <a:ext uri="{FF2B5EF4-FFF2-40B4-BE49-F238E27FC236}">
                <a16:creationId xmlns:a16="http://schemas.microsoft.com/office/drawing/2014/main" id="{7FC80356-24FA-3340-B9FC-DE1492BFA62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8611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F8E227CA-C8B1-FD4F-9719-AC576682CC3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53312" y="2275650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 spc="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79DAFC0-5785-0446-A3E7-5BF65BCC02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54880" y="241120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01FF4553-5F63-074B-8CB3-DF55725FEFB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54880" y="2784228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2ACC479D-100C-AB4A-B437-FFCD18495B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88386" y="2395998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F88A7EF7-25F7-5349-8978-9A5DA5F3109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88386" y="2774295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F442EBC6-A1C6-C446-97E7-801C6B76BA9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394802" y="238965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5" name="Text Placeholder 59">
            <a:extLst>
              <a:ext uri="{FF2B5EF4-FFF2-40B4-BE49-F238E27FC236}">
                <a16:creationId xmlns:a16="http://schemas.microsoft.com/office/drawing/2014/main" id="{AB54CC23-A2BA-0E4F-BE56-2BD32D275D0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394802" y="2767956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EB862910-D742-4D11-A987-CE16A6571602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17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 | White | Airbus A3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0AE72-72D5-774B-BB51-17A7F91B79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1"/>
            <a:ext cx="9144000" cy="5145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268C0-9BA9-8241-A64D-DC266399C4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4238-3694-49D7-BE0D-0692B3D5F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U.S. Export Classification: EAR XXXXX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9A03443-77FC-4401-A49C-B5A91E342565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2018 </a:t>
            </a:r>
            <a:r>
              <a:rPr lang="en-US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085BA19-55C6-4C03-91B2-521DB5A34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537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2D24D-4C09-1045-A1DC-71AFF869A4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464277" y="464277"/>
            <a:ext cx="5143501" cy="42149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84B69-E00D-6C48-AA83-A9DA1295FC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99131" y="2806063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="0" spc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563264-7759-FA45-9A58-015466D6032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99131" y="3179281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spc="0"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073DC-BC1C-4940-80D4-3F38B2AD95E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099131" y="3552499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spc="0"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phone number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18102-057F-FF40-966C-013A6C221B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099131" y="3925717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spc="0"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email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AFDEE-92E8-CE48-A6CF-DFDDF3E12574}"/>
              </a:ext>
            </a:extLst>
          </p:cNvPr>
          <p:cNvSpPr txBox="1"/>
          <p:nvPr userDrawn="1"/>
        </p:nvSpPr>
        <p:spPr>
          <a:xfrm>
            <a:off x="5099128" y="2340921"/>
            <a:ext cx="2551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spc="500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77BC2-6090-4087-8B29-C898F11D776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This document does not include any export controlled technical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706B3-B467-43B9-BA08-701CC04B98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spc="0"/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3" name="Logo">
            <a:extLst>
              <a:ext uri="{FF2B5EF4-FFF2-40B4-BE49-F238E27FC236}">
                <a16:creationId xmlns:a16="http://schemas.microsoft.com/office/drawing/2014/main" id="{D2752B59-9A51-45EB-8E16-58ED2B50978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7360" y="4698476"/>
            <a:ext cx="1565938" cy="265176"/>
          </a:xfrm>
          <a:custGeom>
            <a:avLst/>
            <a:gdLst>
              <a:gd name="T0" fmla="*/ 1871 w 1887"/>
              <a:gd name="T1" fmla="*/ 204 h 319"/>
              <a:gd name="T2" fmla="*/ 1811 w 1887"/>
              <a:gd name="T3" fmla="*/ 126 h 319"/>
              <a:gd name="T4" fmla="*/ 1886 w 1887"/>
              <a:gd name="T5" fmla="*/ 168 h 319"/>
              <a:gd name="T6" fmla="*/ 1779 w 1887"/>
              <a:gd name="T7" fmla="*/ 204 h 319"/>
              <a:gd name="T8" fmla="*/ 1728 w 1887"/>
              <a:gd name="T9" fmla="*/ 126 h 319"/>
              <a:gd name="T10" fmla="*/ 1751 w 1887"/>
              <a:gd name="T11" fmla="*/ 146 h 319"/>
              <a:gd name="T12" fmla="*/ 1656 w 1887"/>
              <a:gd name="T13" fmla="*/ 179 h 319"/>
              <a:gd name="T14" fmla="*/ 1643 w 1887"/>
              <a:gd name="T15" fmla="*/ 174 h 319"/>
              <a:gd name="T16" fmla="*/ 1611 w 1887"/>
              <a:gd name="T17" fmla="*/ 141 h 319"/>
              <a:gd name="T18" fmla="*/ 1703 w 1887"/>
              <a:gd name="T19" fmla="*/ 115 h 319"/>
              <a:gd name="T20" fmla="*/ 1562 w 1887"/>
              <a:gd name="T21" fmla="*/ 174 h 319"/>
              <a:gd name="T22" fmla="*/ 1549 w 1887"/>
              <a:gd name="T23" fmla="*/ 179 h 319"/>
              <a:gd name="T24" fmla="*/ 1587 w 1887"/>
              <a:gd name="T25" fmla="*/ 126 h 319"/>
              <a:gd name="T26" fmla="*/ 1543 w 1887"/>
              <a:gd name="T27" fmla="*/ 204 h 319"/>
              <a:gd name="T28" fmla="*/ 1448 w 1887"/>
              <a:gd name="T29" fmla="*/ 145 h 319"/>
              <a:gd name="T30" fmla="*/ 1414 w 1887"/>
              <a:gd name="T31" fmla="*/ 198 h 319"/>
              <a:gd name="T32" fmla="*/ 1452 w 1887"/>
              <a:gd name="T33" fmla="*/ 173 h 319"/>
              <a:gd name="T34" fmla="*/ 1453 w 1887"/>
              <a:gd name="T35" fmla="*/ 113 h 319"/>
              <a:gd name="T36" fmla="*/ 1370 w 1887"/>
              <a:gd name="T37" fmla="*/ 175 h 319"/>
              <a:gd name="T38" fmla="*/ 1356 w 1887"/>
              <a:gd name="T39" fmla="*/ 181 h 319"/>
              <a:gd name="T40" fmla="*/ 1321 w 1887"/>
              <a:gd name="T41" fmla="*/ 126 h 319"/>
              <a:gd name="T42" fmla="*/ 1401 w 1887"/>
              <a:gd name="T43" fmla="*/ 178 h 319"/>
              <a:gd name="T44" fmla="*/ 1278 w 1887"/>
              <a:gd name="T45" fmla="*/ 118 h 319"/>
              <a:gd name="T46" fmla="*/ 1270 w 1887"/>
              <a:gd name="T47" fmla="*/ 204 h 319"/>
              <a:gd name="T48" fmla="*/ 1195 w 1887"/>
              <a:gd name="T49" fmla="*/ 150 h 319"/>
              <a:gd name="T50" fmla="*/ 1134 w 1887"/>
              <a:gd name="T51" fmla="*/ 160 h 319"/>
              <a:gd name="T52" fmla="*/ 1221 w 1887"/>
              <a:gd name="T53" fmla="*/ 138 h 319"/>
              <a:gd name="T54" fmla="*/ 1224 w 1887"/>
              <a:gd name="T55" fmla="*/ 197 h 319"/>
              <a:gd name="T56" fmla="*/ 1133 w 1887"/>
              <a:gd name="T57" fmla="*/ 204 h 319"/>
              <a:gd name="T58" fmla="*/ 921 w 1887"/>
              <a:gd name="T59" fmla="*/ 135 h 319"/>
              <a:gd name="T60" fmla="*/ 915 w 1887"/>
              <a:gd name="T61" fmla="*/ 207 h 319"/>
              <a:gd name="T62" fmla="*/ 924 w 1887"/>
              <a:gd name="T63" fmla="*/ 176 h 319"/>
              <a:gd name="T64" fmla="*/ 881 w 1887"/>
              <a:gd name="T65" fmla="*/ 141 h 319"/>
              <a:gd name="T66" fmla="*/ 921 w 1887"/>
              <a:gd name="T67" fmla="*/ 135 h 319"/>
              <a:gd name="T68" fmla="*/ 866 w 1887"/>
              <a:gd name="T69" fmla="*/ 150 h 319"/>
              <a:gd name="T70" fmla="*/ 810 w 1887"/>
              <a:gd name="T71" fmla="*/ 204 h 319"/>
              <a:gd name="T72" fmla="*/ 729 w 1887"/>
              <a:gd name="T73" fmla="*/ 115 h 319"/>
              <a:gd name="T74" fmla="*/ 762 w 1887"/>
              <a:gd name="T75" fmla="*/ 85 h 319"/>
              <a:gd name="T76" fmla="*/ 676 w 1887"/>
              <a:gd name="T77" fmla="*/ 73 h 319"/>
              <a:gd name="T78" fmla="*/ 578 w 1887"/>
              <a:gd name="T79" fmla="*/ 175 h 319"/>
              <a:gd name="T80" fmla="*/ 564 w 1887"/>
              <a:gd name="T81" fmla="*/ 181 h 319"/>
              <a:gd name="T82" fmla="*/ 529 w 1887"/>
              <a:gd name="T83" fmla="*/ 125 h 319"/>
              <a:gd name="T84" fmla="*/ 609 w 1887"/>
              <a:gd name="T85" fmla="*/ 178 h 319"/>
              <a:gd name="T86" fmla="*/ 432 w 1887"/>
              <a:gd name="T87" fmla="*/ 201 h 319"/>
              <a:gd name="T88" fmla="*/ 464 w 1887"/>
              <a:gd name="T89" fmla="*/ 72 h 319"/>
              <a:gd name="T90" fmla="*/ 480 w 1887"/>
              <a:gd name="T91" fmla="*/ 104 h 319"/>
              <a:gd name="T92" fmla="*/ 449 w 1887"/>
              <a:gd name="T93" fmla="*/ 173 h 319"/>
              <a:gd name="T94" fmla="*/ 154 w 1887"/>
              <a:gd name="T95" fmla="*/ 95 h 319"/>
              <a:gd name="T96" fmla="*/ 122 w 1887"/>
              <a:gd name="T97" fmla="*/ 107 h 319"/>
              <a:gd name="T98" fmla="*/ 95 w 1887"/>
              <a:gd name="T99" fmla="*/ 160 h 319"/>
              <a:gd name="T100" fmla="*/ 30 w 1887"/>
              <a:gd name="T101" fmla="*/ 253 h 319"/>
              <a:gd name="T102" fmla="*/ 146 w 1887"/>
              <a:gd name="T103" fmla="*/ 319 h 319"/>
              <a:gd name="T104" fmla="*/ 220 w 1887"/>
              <a:gd name="T105" fmla="*/ 231 h 319"/>
              <a:gd name="T106" fmla="*/ 318 w 1887"/>
              <a:gd name="T107" fmla="*/ 177 h 319"/>
              <a:gd name="T108" fmla="*/ 13 w 1887"/>
              <a:gd name="T109" fmla="*/ 96 h 319"/>
              <a:gd name="T110" fmla="*/ 280 w 1887"/>
              <a:gd name="T111" fmla="*/ 54 h 319"/>
              <a:gd name="T112" fmla="*/ 42 w 1887"/>
              <a:gd name="T113" fmla="*/ 50 h 319"/>
              <a:gd name="T114" fmla="*/ 183 w 1887"/>
              <a:gd name="T11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87" h="319">
                <a:moveTo>
                  <a:pt x="1859" y="150"/>
                </a:moveTo>
                <a:cubicBezTo>
                  <a:pt x="1858" y="145"/>
                  <a:pt x="1856" y="142"/>
                  <a:pt x="1854" y="139"/>
                </a:cubicBezTo>
                <a:cubicBezTo>
                  <a:pt x="1851" y="136"/>
                  <a:pt x="1848" y="135"/>
                  <a:pt x="1844" y="135"/>
                </a:cubicBezTo>
                <a:cubicBezTo>
                  <a:pt x="1835" y="135"/>
                  <a:pt x="1830" y="140"/>
                  <a:pt x="1828" y="150"/>
                </a:cubicBezTo>
                <a:lnTo>
                  <a:pt x="1859" y="150"/>
                </a:lnTo>
                <a:close/>
                <a:moveTo>
                  <a:pt x="1887" y="197"/>
                </a:moveTo>
                <a:cubicBezTo>
                  <a:pt x="1883" y="200"/>
                  <a:pt x="1877" y="203"/>
                  <a:pt x="1871" y="204"/>
                </a:cubicBezTo>
                <a:cubicBezTo>
                  <a:pt x="1865" y="206"/>
                  <a:pt x="1858" y="207"/>
                  <a:pt x="1851" y="207"/>
                </a:cubicBezTo>
                <a:cubicBezTo>
                  <a:pt x="1843" y="207"/>
                  <a:pt x="1835" y="206"/>
                  <a:pt x="1829" y="203"/>
                </a:cubicBezTo>
                <a:cubicBezTo>
                  <a:pt x="1822" y="201"/>
                  <a:pt x="1817" y="198"/>
                  <a:pt x="1812" y="194"/>
                </a:cubicBezTo>
                <a:cubicBezTo>
                  <a:pt x="1807" y="190"/>
                  <a:pt x="1804" y="185"/>
                  <a:pt x="1801" y="179"/>
                </a:cubicBezTo>
                <a:cubicBezTo>
                  <a:pt x="1799" y="173"/>
                  <a:pt x="1798" y="167"/>
                  <a:pt x="1798" y="160"/>
                </a:cubicBezTo>
                <a:cubicBezTo>
                  <a:pt x="1798" y="153"/>
                  <a:pt x="1799" y="146"/>
                  <a:pt x="1801" y="141"/>
                </a:cubicBezTo>
                <a:cubicBezTo>
                  <a:pt x="1803" y="135"/>
                  <a:pt x="1806" y="130"/>
                  <a:pt x="1811" y="126"/>
                </a:cubicBezTo>
                <a:cubicBezTo>
                  <a:pt x="1815" y="122"/>
                  <a:pt x="1820" y="118"/>
                  <a:pt x="1825" y="116"/>
                </a:cubicBezTo>
                <a:cubicBezTo>
                  <a:pt x="1831" y="114"/>
                  <a:pt x="1837" y="113"/>
                  <a:pt x="1844" y="113"/>
                </a:cubicBezTo>
                <a:cubicBezTo>
                  <a:pt x="1851" y="113"/>
                  <a:pt x="1857" y="114"/>
                  <a:pt x="1862" y="116"/>
                </a:cubicBezTo>
                <a:cubicBezTo>
                  <a:pt x="1867" y="118"/>
                  <a:pt x="1872" y="121"/>
                  <a:pt x="1876" y="125"/>
                </a:cubicBezTo>
                <a:cubicBezTo>
                  <a:pt x="1880" y="128"/>
                  <a:pt x="1882" y="133"/>
                  <a:pt x="1884" y="138"/>
                </a:cubicBezTo>
                <a:cubicBezTo>
                  <a:pt x="1886" y="144"/>
                  <a:pt x="1887" y="150"/>
                  <a:pt x="1887" y="157"/>
                </a:cubicBezTo>
                <a:cubicBezTo>
                  <a:pt x="1887" y="161"/>
                  <a:pt x="1887" y="165"/>
                  <a:pt x="1886" y="168"/>
                </a:cubicBezTo>
                <a:cubicBezTo>
                  <a:pt x="1828" y="168"/>
                  <a:pt x="1828" y="168"/>
                  <a:pt x="1828" y="168"/>
                </a:cubicBezTo>
                <a:cubicBezTo>
                  <a:pt x="1831" y="178"/>
                  <a:pt x="1840" y="183"/>
                  <a:pt x="1854" y="183"/>
                </a:cubicBezTo>
                <a:cubicBezTo>
                  <a:pt x="1858" y="183"/>
                  <a:pt x="1862" y="182"/>
                  <a:pt x="1866" y="181"/>
                </a:cubicBezTo>
                <a:cubicBezTo>
                  <a:pt x="1870" y="180"/>
                  <a:pt x="1874" y="179"/>
                  <a:pt x="1877" y="178"/>
                </a:cubicBezTo>
                <a:lnTo>
                  <a:pt x="1887" y="197"/>
                </a:lnTo>
                <a:close/>
                <a:moveTo>
                  <a:pt x="1794" y="198"/>
                </a:moveTo>
                <a:cubicBezTo>
                  <a:pt x="1790" y="201"/>
                  <a:pt x="1785" y="203"/>
                  <a:pt x="1779" y="204"/>
                </a:cubicBezTo>
                <a:cubicBezTo>
                  <a:pt x="1774" y="206"/>
                  <a:pt x="1769" y="206"/>
                  <a:pt x="1763" y="206"/>
                </a:cubicBezTo>
                <a:cubicBezTo>
                  <a:pt x="1755" y="206"/>
                  <a:pt x="1748" y="205"/>
                  <a:pt x="1742" y="203"/>
                </a:cubicBezTo>
                <a:cubicBezTo>
                  <a:pt x="1736" y="201"/>
                  <a:pt x="1731" y="198"/>
                  <a:pt x="1727" y="194"/>
                </a:cubicBezTo>
                <a:cubicBezTo>
                  <a:pt x="1723" y="190"/>
                  <a:pt x="1719" y="185"/>
                  <a:pt x="1717" y="179"/>
                </a:cubicBezTo>
                <a:cubicBezTo>
                  <a:pt x="1715" y="173"/>
                  <a:pt x="1714" y="167"/>
                  <a:pt x="1714" y="160"/>
                </a:cubicBezTo>
                <a:cubicBezTo>
                  <a:pt x="1714" y="153"/>
                  <a:pt x="1715" y="147"/>
                  <a:pt x="1718" y="141"/>
                </a:cubicBezTo>
                <a:cubicBezTo>
                  <a:pt x="1720" y="135"/>
                  <a:pt x="1723" y="130"/>
                  <a:pt x="1728" y="126"/>
                </a:cubicBezTo>
                <a:cubicBezTo>
                  <a:pt x="1732" y="122"/>
                  <a:pt x="1737" y="119"/>
                  <a:pt x="1743" y="116"/>
                </a:cubicBezTo>
                <a:cubicBezTo>
                  <a:pt x="1749" y="114"/>
                  <a:pt x="1756" y="113"/>
                  <a:pt x="1763" y="113"/>
                </a:cubicBezTo>
                <a:cubicBezTo>
                  <a:pt x="1773" y="113"/>
                  <a:pt x="1781" y="115"/>
                  <a:pt x="1788" y="118"/>
                </a:cubicBezTo>
                <a:cubicBezTo>
                  <a:pt x="1784" y="144"/>
                  <a:pt x="1784" y="144"/>
                  <a:pt x="1784" y="144"/>
                </a:cubicBezTo>
                <a:cubicBezTo>
                  <a:pt x="1782" y="143"/>
                  <a:pt x="1779" y="142"/>
                  <a:pt x="1775" y="141"/>
                </a:cubicBezTo>
                <a:cubicBezTo>
                  <a:pt x="1772" y="141"/>
                  <a:pt x="1769" y="140"/>
                  <a:pt x="1767" y="140"/>
                </a:cubicBezTo>
                <a:cubicBezTo>
                  <a:pt x="1760" y="140"/>
                  <a:pt x="1755" y="142"/>
                  <a:pt x="1751" y="146"/>
                </a:cubicBezTo>
                <a:cubicBezTo>
                  <a:pt x="1747" y="149"/>
                  <a:pt x="1745" y="154"/>
                  <a:pt x="1745" y="160"/>
                </a:cubicBezTo>
                <a:cubicBezTo>
                  <a:pt x="1745" y="166"/>
                  <a:pt x="1747" y="170"/>
                  <a:pt x="1751" y="174"/>
                </a:cubicBezTo>
                <a:cubicBezTo>
                  <a:pt x="1755" y="177"/>
                  <a:pt x="1760" y="179"/>
                  <a:pt x="1767" y="179"/>
                </a:cubicBezTo>
                <a:cubicBezTo>
                  <a:pt x="1770" y="179"/>
                  <a:pt x="1772" y="179"/>
                  <a:pt x="1775" y="178"/>
                </a:cubicBezTo>
                <a:cubicBezTo>
                  <a:pt x="1778" y="178"/>
                  <a:pt x="1780" y="177"/>
                  <a:pt x="1782" y="176"/>
                </a:cubicBezTo>
                <a:lnTo>
                  <a:pt x="1794" y="198"/>
                </a:lnTo>
                <a:close/>
                <a:moveTo>
                  <a:pt x="1656" y="179"/>
                </a:moveTo>
                <a:cubicBezTo>
                  <a:pt x="1662" y="179"/>
                  <a:pt x="1666" y="177"/>
                  <a:pt x="1669" y="174"/>
                </a:cubicBezTo>
                <a:cubicBezTo>
                  <a:pt x="1673" y="170"/>
                  <a:pt x="1674" y="165"/>
                  <a:pt x="1674" y="160"/>
                </a:cubicBezTo>
                <a:cubicBezTo>
                  <a:pt x="1674" y="154"/>
                  <a:pt x="1673" y="149"/>
                  <a:pt x="1669" y="145"/>
                </a:cubicBezTo>
                <a:cubicBezTo>
                  <a:pt x="1666" y="142"/>
                  <a:pt x="1662" y="140"/>
                  <a:pt x="1656" y="140"/>
                </a:cubicBezTo>
                <a:cubicBezTo>
                  <a:pt x="1651" y="140"/>
                  <a:pt x="1647" y="142"/>
                  <a:pt x="1643" y="145"/>
                </a:cubicBezTo>
                <a:cubicBezTo>
                  <a:pt x="1640" y="149"/>
                  <a:pt x="1638" y="154"/>
                  <a:pt x="1638" y="160"/>
                </a:cubicBezTo>
                <a:cubicBezTo>
                  <a:pt x="1638" y="165"/>
                  <a:pt x="1640" y="170"/>
                  <a:pt x="1643" y="174"/>
                </a:cubicBezTo>
                <a:cubicBezTo>
                  <a:pt x="1647" y="177"/>
                  <a:pt x="1651" y="179"/>
                  <a:pt x="1656" y="179"/>
                </a:cubicBezTo>
                <a:moveTo>
                  <a:pt x="1648" y="207"/>
                </a:moveTo>
                <a:cubicBezTo>
                  <a:pt x="1642" y="207"/>
                  <a:pt x="1637" y="206"/>
                  <a:pt x="1632" y="203"/>
                </a:cubicBezTo>
                <a:cubicBezTo>
                  <a:pt x="1627" y="201"/>
                  <a:pt x="1622" y="198"/>
                  <a:pt x="1619" y="194"/>
                </a:cubicBezTo>
                <a:cubicBezTo>
                  <a:pt x="1615" y="189"/>
                  <a:pt x="1613" y="185"/>
                  <a:pt x="1611" y="179"/>
                </a:cubicBezTo>
                <a:cubicBezTo>
                  <a:pt x="1609" y="173"/>
                  <a:pt x="1608" y="167"/>
                  <a:pt x="1608" y="160"/>
                </a:cubicBezTo>
                <a:cubicBezTo>
                  <a:pt x="1608" y="153"/>
                  <a:pt x="1609" y="147"/>
                  <a:pt x="1611" y="141"/>
                </a:cubicBezTo>
                <a:cubicBezTo>
                  <a:pt x="1613" y="135"/>
                  <a:pt x="1616" y="130"/>
                  <a:pt x="1619" y="126"/>
                </a:cubicBezTo>
                <a:cubicBezTo>
                  <a:pt x="1623" y="122"/>
                  <a:pt x="1627" y="119"/>
                  <a:pt x="1633" y="116"/>
                </a:cubicBezTo>
                <a:cubicBezTo>
                  <a:pt x="1638" y="114"/>
                  <a:pt x="1643" y="113"/>
                  <a:pt x="1649" y="113"/>
                </a:cubicBezTo>
                <a:cubicBezTo>
                  <a:pt x="1654" y="113"/>
                  <a:pt x="1659" y="114"/>
                  <a:pt x="1663" y="116"/>
                </a:cubicBezTo>
                <a:cubicBezTo>
                  <a:pt x="1668" y="118"/>
                  <a:pt x="1671" y="122"/>
                  <a:pt x="1674" y="126"/>
                </a:cubicBezTo>
                <a:cubicBezTo>
                  <a:pt x="1674" y="115"/>
                  <a:pt x="1674" y="115"/>
                  <a:pt x="1674" y="115"/>
                </a:cubicBezTo>
                <a:cubicBezTo>
                  <a:pt x="1703" y="115"/>
                  <a:pt x="1703" y="115"/>
                  <a:pt x="1703" y="115"/>
                </a:cubicBezTo>
                <a:cubicBezTo>
                  <a:pt x="1703" y="204"/>
                  <a:pt x="1703" y="204"/>
                  <a:pt x="1703" y="204"/>
                </a:cubicBezTo>
                <a:cubicBezTo>
                  <a:pt x="1674" y="204"/>
                  <a:pt x="1674" y="204"/>
                  <a:pt x="1674" y="204"/>
                </a:cubicBezTo>
                <a:cubicBezTo>
                  <a:pt x="1674" y="194"/>
                  <a:pt x="1674" y="194"/>
                  <a:pt x="1674" y="194"/>
                </a:cubicBezTo>
                <a:cubicBezTo>
                  <a:pt x="1671" y="198"/>
                  <a:pt x="1668" y="201"/>
                  <a:pt x="1663" y="203"/>
                </a:cubicBezTo>
                <a:cubicBezTo>
                  <a:pt x="1659" y="206"/>
                  <a:pt x="1654" y="207"/>
                  <a:pt x="1648" y="207"/>
                </a:cubicBezTo>
                <a:moveTo>
                  <a:pt x="1549" y="179"/>
                </a:moveTo>
                <a:cubicBezTo>
                  <a:pt x="1554" y="179"/>
                  <a:pt x="1559" y="177"/>
                  <a:pt x="1562" y="174"/>
                </a:cubicBezTo>
                <a:cubicBezTo>
                  <a:pt x="1565" y="170"/>
                  <a:pt x="1567" y="165"/>
                  <a:pt x="1567" y="160"/>
                </a:cubicBezTo>
                <a:cubicBezTo>
                  <a:pt x="1567" y="154"/>
                  <a:pt x="1565" y="149"/>
                  <a:pt x="1562" y="145"/>
                </a:cubicBezTo>
                <a:cubicBezTo>
                  <a:pt x="1559" y="142"/>
                  <a:pt x="1554" y="140"/>
                  <a:pt x="1549" y="140"/>
                </a:cubicBezTo>
                <a:cubicBezTo>
                  <a:pt x="1544" y="140"/>
                  <a:pt x="1540" y="142"/>
                  <a:pt x="1536" y="145"/>
                </a:cubicBezTo>
                <a:cubicBezTo>
                  <a:pt x="1533" y="149"/>
                  <a:pt x="1531" y="154"/>
                  <a:pt x="1531" y="160"/>
                </a:cubicBezTo>
                <a:cubicBezTo>
                  <a:pt x="1531" y="165"/>
                  <a:pt x="1533" y="170"/>
                  <a:pt x="1536" y="174"/>
                </a:cubicBezTo>
                <a:cubicBezTo>
                  <a:pt x="1540" y="177"/>
                  <a:pt x="1544" y="179"/>
                  <a:pt x="1549" y="179"/>
                </a:cubicBezTo>
                <a:moveTo>
                  <a:pt x="1502" y="115"/>
                </a:moveTo>
                <a:cubicBezTo>
                  <a:pt x="1531" y="115"/>
                  <a:pt x="1531" y="115"/>
                  <a:pt x="1531" y="115"/>
                </a:cubicBezTo>
                <a:cubicBezTo>
                  <a:pt x="1531" y="125"/>
                  <a:pt x="1531" y="125"/>
                  <a:pt x="1531" y="125"/>
                </a:cubicBezTo>
                <a:cubicBezTo>
                  <a:pt x="1534" y="121"/>
                  <a:pt x="1538" y="118"/>
                  <a:pt x="1542" y="116"/>
                </a:cubicBezTo>
                <a:cubicBezTo>
                  <a:pt x="1547" y="114"/>
                  <a:pt x="1552" y="113"/>
                  <a:pt x="1558" y="113"/>
                </a:cubicBezTo>
                <a:cubicBezTo>
                  <a:pt x="1563" y="113"/>
                  <a:pt x="1569" y="114"/>
                  <a:pt x="1574" y="116"/>
                </a:cubicBezTo>
                <a:cubicBezTo>
                  <a:pt x="1579" y="118"/>
                  <a:pt x="1583" y="122"/>
                  <a:pt x="1587" y="126"/>
                </a:cubicBezTo>
                <a:cubicBezTo>
                  <a:pt x="1590" y="130"/>
                  <a:pt x="1593" y="135"/>
                  <a:pt x="1595" y="140"/>
                </a:cubicBezTo>
                <a:cubicBezTo>
                  <a:pt x="1597" y="146"/>
                  <a:pt x="1598" y="152"/>
                  <a:pt x="1598" y="159"/>
                </a:cubicBezTo>
                <a:cubicBezTo>
                  <a:pt x="1598" y="166"/>
                  <a:pt x="1597" y="172"/>
                  <a:pt x="1595" y="178"/>
                </a:cubicBezTo>
                <a:cubicBezTo>
                  <a:pt x="1593" y="184"/>
                  <a:pt x="1590" y="189"/>
                  <a:pt x="1586" y="193"/>
                </a:cubicBezTo>
                <a:cubicBezTo>
                  <a:pt x="1582" y="197"/>
                  <a:pt x="1578" y="201"/>
                  <a:pt x="1573" y="203"/>
                </a:cubicBezTo>
                <a:cubicBezTo>
                  <a:pt x="1568" y="205"/>
                  <a:pt x="1563" y="207"/>
                  <a:pt x="1557" y="207"/>
                </a:cubicBezTo>
                <a:cubicBezTo>
                  <a:pt x="1552" y="207"/>
                  <a:pt x="1547" y="206"/>
                  <a:pt x="1543" y="204"/>
                </a:cubicBezTo>
                <a:cubicBezTo>
                  <a:pt x="1539" y="202"/>
                  <a:pt x="1536" y="199"/>
                  <a:pt x="1533" y="196"/>
                </a:cubicBezTo>
                <a:cubicBezTo>
                  <a:pt x="1533" y="243"/>
                  <a:pt x="1533" y="243"/>
                  <a:pt x="1533" y="243"/>
                </a:cubicBezTo>
                <a:cubicBezTo>
                  <a:pt x="1502" y="243"/>
                  <a:pt x="1502" y="243"/>
                  <a:pt x="1502" y="243"/>
                </a:cubicBezTo>
                <a:lnTo>
                  <a:pt x="1502" y="115"/>
                </a:lnTo>
                <a:close/>
                <a:moveTo>
                  <a:pt x="1455" y="135"/>
                </a:moveTo>
                <a:cubicBezTo>
                  <a:pt x="1449" y="135"/>
                  <a:pt x="1445" y="137"/>
                  <a:pt x="1445" y="140"/>
                </a:cubicBezTo>
                <a:cubicBezTo>
                  <a:pt x="1445" y="142"/>
                  <a:pt x="1446" y="144"/>
                  <a:pt x="1448" y="145"/>
                </a:cubicBezTo>
                <a:cubicBezTo>
                  <a:pt x="1450" y="146"/>
                  <a:pt x="1454" y="147"/>
                  <a:pt x="1459" y="148"/>
                </a:cubicBezTo>
                <a:cubicBezTo>
                  <a:pt x="1469" y="151"/>
                  <a:pt x="1477" y="154"/>
                  <a:pt x="1482" y="159"/>
                </a:cubicBezTo>
                <a:cubicBezTo>
                  <a:pt x="1487" y="164"/>
                  <a:pt x="1489" y="170"/>
                  <a:pt x="1489" y="179"/>
                </a:cubicBezTo>
                <a:cubicBezTo>
                  <a:pt x="1489" y="187"/>
                  <a:pt x="1486" y="194"/>
                  <a:pt x="1479" y="199"/>
                </a:cubicBezTo>
                <a:cubicBezTo>
                  <a:pt x="1472" y="204"/>
                  <a:pt x="1462" y="207"/>
                  <a:pt x="1449" y="207"/>
                </a:cubicBezTo>
                <a:cubicBezTo>
                  <a:pt x="1442" y="207"/>
                  <a:pt x="1436" y="206"/>
                  <a:pt x="1429" y="204"/>
                </a:cubicBezTo>
                <a:cubicBezTo>
                  <a:pt x="1423" y="203"/>
                  <a:pt x="1418" y="201"/>
                  <a:pt x="1414" y="198"/>
                </a:cubicBezTo>
                <a:cubicBezTo>
                  <a:pt x="1424" y="180"/>
                  <a:pt x="1424" y="180"/>
                  <a:pt x="1424" y="180"/>
                </a:cubicBezTo>
                <a:cubicBezTo>
                  <a:pt x="1427" y="181"/>
                  <a:pt x="1431" y="182"/>
                  <a:pt x="1436" y="183"/>
                </a:cubicBezTo>
                <a:cubicBezTo>
                  <a:pt x="1440" y="184"/>
                  <a:pt x="1444" y="184"/>
                  <a:pt x="1447" y="184"/>
                </a:cubicBezTo>
                <a:cubicBezTo>
                  <a:pt x="1455" y="184"/>
                  <a:pt x="1458" y="182"/>
                  <a:pt x="1458" y="179"/>
                </a:cubicBezTo>
                <a:cubicBezTo>
                  <a:pt x="1458" y="178"/>
                  <a:pt x="1458" y="177"/>
                  <a:pt x="1458" y="176"/>
                </a:cubicBezTo>
                <a:cubicBezTo>
                  <a:pt x="1458" y="176"/>
                  <a:pt x="1457" y="175"/>
                  <a:pt x="1456" y="175"/>
                </a:cubicBezTo>
                <a:cubicBezTo>
                  <a:pt x="1455" y="174"/>
                  <a:pt x="1454" y="173"/>
                  <a:pt x="1452" y="173"/>
                </a:cubicBezTo>
                <a:cubicBezTo>
                  <a:pt x="1450" y="172"/>
                  <a:pt x="1448" y="172"/>
                  <a:pt x="1445" y="171"/>
                </a:cubicBezTo>
                <a:cubicBezTo>
                  <a:pt x="1440" y="170"/>
                  <a:pt x="1435" y="168"/>
                  <a:pt x="1432" y="166"/>
                </a:cubicBezTo>
                <a:cubicBezTo>
                  <a:pt x="1428" y="164"/>
                  <a:pt x="1425" y="162"/>
                  <a:pt x="1422" y="160"/>
                </a:cubicBezTo>
                <a:cubicBezTo>
                  <a:pt x="1420" y="157"/>
                  <a:pt x="1418" y="155"/>
                  <a:pt x="1417" y="152"/>
                </a:cubicBezTo>
                <a:cubicBezTo>
                  <a:pt x="1416" y="148"/>
                  <a:pt x="1415" y="145"/>
                  <a:pt x="1415" y="141"/>
                </a:cubicBezTo>
                <a:cubicBezTo>
                  <a:pt x="1415" y="132"/>
                  <a:pt x="1418" y="125"/>
                  <a:pt x="1425" y="120"/>
                </a:cubicBezTo>
                <a:cubicBezTo>
                  <a:pt x="1432" y="115"/>
                  <a:pt x="1441" y="113"/>
                  <a:pt x="1453" y="113"/>
                </a:cubicBezTo>
                <a:cubicBezTo>
                  <a:pt x="1459" y="113"/>
                  <a:pt x="1465" y="113"/>
                  <a:pt x="1471" y="115"/>
                </a:cubicBezTo>
                <a:cubicBezTo>
                  <a:pt x="1476" y="116"/>
                  <a:pt x="1481" y="117"/>
                  <a:pt x="1485" y="120"/>
                </a:cubicBezTo>
                <a:cubicBezTo>
                  <a:pt x="1482" y="142"/>
                  <a:pt x="1482" y="142"/>
                  <a:pt x="1482" y="142"/>
                </a:cubicBezTo>
                <a:cubicBezTo>
                  <a:pt x="1478" y="140"/>
                  <a:pt x="1473" y="138"/>
                  <a:pt x="1468" y="137"/>
                </a:cubicBezTo>
                <a:cubicBezTo>
                  <a:pt x="1464" y="136"/>
                  <a:pt x="1459" y="135"/>
                  <a:pt x="1455" y="135"/>
                </a:cubicBezTo>
                <a:moveTo>
                  <a:pt x="1356" y="181"/>
                </a:moveTo>
                <a:cubicBezTo>
                  <a:pt x="1362" y="181"/>
                  <a:pt x="1366" y="179"/>
                  <a:pt x="1370" y="175"/>
                </a:cubicBezTo>
                <a:cubicBezTo>
                  <a:pt x="1373" y="171"/>
                  <a:pt x="1375" y="166"/>
                  <a:pt x="1375" y="160"/>
                </a:cubicBezTo>
                <a:cubicBezTo>
                  <a:pt x="1375" y="153"/>
                  <a:pt x="1373" y="148"/>
                  <a:pt x="1370" y="144"/>
                </a:cubicBezTo>
                <a:cubicBezTo>
                  <a:pt x="1366" y="140"/>
                  <a:pt x="1362" y="139"/>
                  <a:pt x="1356" y="139"/>
                </a:cubicBezTo>
                <a:cubicBezTo>
                  <a:pt x="1350" y="139"/>
                  <a:pt x="1345" y="140"/>
                  <a:pt x="1342" y="144"/>
                </a:cubicBezTo>
                <a:cubicBezTo>
                  <a:pt x="1338" y="148"/>
                  <a:pt x="1337" y="153"/>
                  <a:pt x="1337" y="160"/>
                </a:cubicBezTo>
                <a:cubicBezTo>
                  <a:pt x="1337" y="166"/>
                  <a:pt x="1338" y="171"/>
                  <a:pt x="1342" y="175"/>
                </a:cubicBezTo>
                <a:cubicBezTo>
                  <a:pt x="1345" y="179"/>
                  <a:pt x="1350" y="181"/>
                  <a:pt x="1356" y="181"/>
                </a:cubicBezTo>
                <a:moveTo>
                  <a:pt x="1356" y="207"/>
                </a:moveTo>
                <a:cubicBezTo>
                  <a:pt x="1349" y="207"/>
                  <a:pt x="1342" y="205"/>
                  <a:pt x="1336" y="203"/>
                </a:cubicBezTo>
                <a:cubicBezTo>
                  <a:pt x="1330" y="201"/>
                  <a:pt x="1325" y="198"/>
                  <a:pt x="1321" y="193"/>
                </a:cubicBezTo>
                <a:cubicBezTo>
                  <a:pt x="1317" y="189"/>
                  <a:pt x="1313" y="184"/>
                  <a:pt x="1311" y="178"/>
                </a:cubicBezTo>
                <a:cubicBezTo>
                  <a:pt x="1308" y="173"/>
                  <a:pt x="1307" y="166"/>
                  <a:pt x="1307" y="160"/>
                </a:cubicBezTo>
                <a:cubicBezTo>
                  <a:pt x="1307" y="153"/>
                  <a:pt x="1308" y="147"/>
                  <a:pt x="1311" y="141"/>
                </a:cubicBezTo>
                <a:cubicBezTo>
                  <a:pt x="1313" y="135"/>
                  <a:pt x="1317" y="130"/>
                  <a:pt x="1321" y="126"/>
                </a:cubicBezTo>
                <a:cubicBezTo>
                  <a:pt x="1325" y="122"/>
                  <a:pt x="1331" y="118"/>
                  <a:pt x="1337" y="116"/>
                </a:cubicBezTo>
                <a:cubicBezTo>
                  <a:pt x="1342" y="114"/>
                  <a:pt x="1349" y="113"/>
                  <a:pt x="1356" y="113"/>
                </a:cubicBezTo>
                <a:cubicBezTo>
                  <a:pt x="1363" y="113"/>
                  <a:pt x="1369" y="114"/>
                  <a:pt x="1375" y="116"/>
                </a:cubicBezTo>
                <a:cubicBezTo>
                  <a:pt x="1381" y="118"/>
                  <a:pt x="1386" y="122"/>
                  <a:pt x="1391" y="126"/>
                </a:cubicBezTo>
                <a:cubicBezTo>
                  <a:pt x="1395" y="130"/>
                  <a:pt x="1398" y="135"/>
                  <a:pt x="1401" y="141"/>
                </a:cubicBezTo>
                <a:cubicBezTo>
                  <a:pt x="1403" y="147"/>
                  <a:pt x="1404" y="153"/>
                  <a:pt x="1404" y="160"/>
                </a:cubicBezTo>
                <a:cubicBezTo>
                  <a:pt x="1404" y="166"/>
                  <a:pt x="1403" y="173"/>
                  <a:pt x="1401" y="178"/>
                </a:cubicBezTo>
                <a:cubicBezTo>
                  <a:pt x="1398" y="184"/>
                  <a:pt x="1395" y="189"/>
                  <a:pt x="1391" y="193"/>
                </a:cubicBezTo>
                <a:cubicBezTo>
                  <a:pt x="1386" y="197"/>
                  <a:pt x="1381" y="201"/>
                  <a:pt x="1375" y="203"/>
                </a:cubicBezTo>
                <a:cubicBezTo>
                  <a:pt x="1369" y="205"/>
                  <a:pt x="1363" y="207"/>
                  <a:pt x="1356" y="207"/>
                </a:cubicBezTo>
                <a:moveTo>
                  <a:pt x="1239" y="115"/>
                </a:moveTo>
                <a:cubicBezTo>
                  <a:pt x="1269" y="115"/>
                  <a:pt x="1269" y="115"/>
                  <a:pt x="1269" y="115"/>
                </a:cubicBezTo>
                <a:cubicBezTo>
                  <a:pt x="1269" y="129"/>
                  <a:pt x="1269" y="129"/>
                  <a:pt x="1269" y="129"/>
                </a:cubicBezTo>
                <a:cubicBezTo>
                  <a:pt x="1271" y="124"/>
                  <a:pt x="1274" y="120"/>
                  <a:pt x="1278" y="118"/>
                </a:cubicBezTo>
                <a:cubicBezTo>
                  <a:pt x="1282" y="115"/>
                  <a:pt x="1286" y="114"/>
                  <a:pt x="1291" y="114"/>
                </a:cubicBezTo>
                <a:cubicBezTo>
                  <a:pt x="1295" y="114"/>
                  <a:pt x="1299" y="114"/>
                  <a:pt x="1301" y="116"/>
                </a:cubicBezTo>
                <a:cubicBezTo>
                  <a:pt x="1299" y="145"/>
                  <a:pt x="1299" y="145"/>
                  <a:pt x="1299" y="145"/>
                </a:cubicBezTo>
                <a:cubicBezTo>
                  <a:pt x="1297" y="144"/>
                  <a:pt x="1296" y="143"/>
                  <a:pt x="1293" y="143"/>
                </a:cubicBezTo>
                <a:cubicBezTo>
                  <a:pt x="1291" y="143"/>
                  <a:pt x="1289" y="142"/>
                  <a:pt x="1288" y="142"/>
                </a:cubicBezTo>
                <a:cubicBezTo>
                  <a:pt x="1276" y="142"/>
                  <a:pt x="1270" y="150"/>
                  <a:pt x="1270" y="166"/>
                </a:cubicBezTo>
                <a:cubicBezTo>
                  <a:pt x="1270" y="204"/>
                  <a:pt x="1270" y="204"/>
                  <a:pt x="1270" y="204"/>
                </a:cubicBezTo>
                <a:cubicBezTo>
                  <a:pt x="1239" y="204"/>
                  <a:pt x="1239" y="204"/>
                  <a:pt x="1239" y="204"/>
                </a:cubicBezTo>
                <a:lnTo>
                  <a:pt x="1239" y="115"/>
                </a:lnTo>
                <a:close/>
                <a:moveTo>
                  <a:pt x="1195" y="150"/>
                </a:moveTo>
                <a:cubicBezTo>
                  <a:pt x="1195" y="145"/>
                  <a:pt x="1193" y="142"/>
                  <a:pt x="1191" y="139"/>
                </a:cubicBezTo>
                <a:cubicBezTo>
                  <a:pt x="1188" y="136"/>
                  <a:pt x="1184" y="135"/>
                  <a:pt x="1180" y="135"/>
                </a:cubicBezTo>
                <a:cubicBezTo>
                  <a:pt x="1172" y="135"/>
                  <a:pt x="1166" y="140"/>
                  <a:pt x="1164" y="150"/>
                </a:cubicBezTo>
                <a:lnTo>
                  <a:pt x="1195" y="150"/>
                </a:lnTo>
                <a:close/>
                <a:moveTo>
                  <a:pt x="1224" y="197"/>
                </a:moveTo>
                <a:cubicBezTo>
                  <a:pt x="1219" y="200"/>
                  <a:pt x="1214" y="203"/>
                  <a:pt x="1208" y="204"/>
                </a:cubicBezTo>
                <a:cubicBezTo>
                  <a:pt x="1201" y="206"/>
                  <a:pt x="1195" y="207"/>
                  <a:pt x="1188" y="207"/>
                </a:cubicBezTo>
                <a:cubicBezTo>
                  <a:pt x="1180" y="207"/>
                  <a:pt x="1172" y="206"/>
                  <a:pt x="1166" y="203"/>
                </a:cubicBezTo>
                <a:cubicBezTo>
                  <a:pt x="1159" y="201"/>
                  <a:pt x="1153" y="198"/>
                  <a:pt x="1149" y="194"/>
                </a:cubicBezTo>
                <a:cubicBezTo>
                  <a:pt x="1144" y="190"/>
                  <a:pt x="1141" y="185"/>
                  <a:pt x="1138" y="179"/>
                </a:cubicBezTo>
                <a:cubicBezTo>
                  <a:pt x="1136" y="173"/>
                  <a:pt x="1134" y="167"/>
                  <a:pt x="1134" y="160"/>
                </a:cubicBezTo>
                <a:cubicBezTo>
                  <a:pt x="1134" y="153"/>
                  <a:pt x="1136" y="146"/>
                  <a:pt x="1138" y="141"/>
                </a:cubicBezTo>
                <a:cubicBezTo>
                  <a:pt x="1140" y="135"/>
                  <a:pt x="1143" y="130"/>
                  <a:pt x="1147" y="126"/>
                </a:cubicBezTo>
                <a:cubicBezTo>
                  <a:pt x="1151" y="122"/>
                  <a:pt x="1156" y="118"/>
                  <a:pt x="1162" y="116"/>
                </a:cubicBezTo>
                <a:cubicBezTo>
                  <a:pt x="1168" y="114"/>
                  <a:pt x="1174" y="113"/>
                  <a:pt x="1181" y="113"/>
                </a:cubicBezTo>
                <a:cubicBezTo>
                  <a:pt x="1187" y="113"/>
                  <a:pt x="1193" y="114"/>
                  <a:pt x="1199" y="116"/>
                </a:cubicBezTo>
                <a:cubicBezTo>
                  <a:pt x="1204" y="118"/>
                  <a:pt x="1209" y="121"/>
                  <a:pt x="1212" y="125"/>
                </a:cubicBezTo>
                <a:cubicBezTo>
                  <a:pt x="1216" y="128"/>
                  <a:pt x="1219" y="133"/>
                  <a:pt x="1221" y="138"/>
                </a:cubicBezTo>
                <a:cubicBezTo>
                  <a:pt x="1223" y="144"/>
                  <a:pt x="1224" y="150"/>
                  <a:pt x="1224" y="157"/>
                </a:cubicBezTo>
                <a:cubicBezTo>
                  <a:pt x="1224" y="161"/>
                  <a:pt x="1224" y="165"/>
                  <a:pt x="1223" y="168"/>
                </a:cubicBezTo>
                <a:cubicBezTo>
                  <a:pt x="1165" y="168"/>
                  <a:pt x="1165" y="168"/>
                  <a:pt x="1165" y="168"/>
                </a:cubicBezTo>
                <a:cubicBezTo>
                  <a:pt x="1168" y="178"/>
                  <a:pt x="1176" y="183"/>
                  <a:pt x="1191" y="183"/>
                </a:cubicBezTo>
                <a:cubicBezTo>
                  <a:pt x="1194" y="183"/>
                  <a:pt x="1198" y="182"/>
                  <a:pt x="1203" y="181"/>
                </a:cubicBezTo>
                <a:cubicBezTo>
                  <a:pt x="1207" y="180"/>
                  <a:pt x="1211" y="179"/>
                  <a:pt x="1214" y="178"/>
                </a:cubicBezTo>
                <a:lnTo>
                  <a:pt x="1224" y="197"/>
                </a:lnTo>
                <a:close/>
                <a:moveTo>
                  <a:pt x="1077" y="148"/>
                </a:moveTo>
                <a:cubicBezTo>
                  <a:pt x="1062" y="103"/>
                  <a:pt x="1062" y="103"/>
                  <a:pt x="1062" y="103"/>
                </a:cubicBezTo>
                <a:cubicBezTo>
                  <a:pt x="1047" y="148"/>
                  <a:pt x="1047" y="148"/>
                  <a:pt x="1047" y="148"/>
                </a:cubicBezTo>
                <a:lnTo>
                  <a:pt x="1077" y="148"/>
                </a:lnTo>
                <a:close/>
                <a:moveTo>
                  <a:pt x="1046" y="73"/>
                </a:moveTo>
                <a:cubicBezTo>
                  <a:pt x="1081" y="73"/>
                  <a:pt x="1081" y="73"/>
                  <a:pt x="1081" y="73"/>
                </a:cubicBezTo>
                <a:cubicBezTo>
                  <a:pt x="1133" y="204"/>
                  <a:pt x="1133" y="204"/>
                  <a:pt x="1133" y="204"/>
                </a:cubicBezTo>
                <a:cubicBezTo>
                  <a:pt x="1096" y="204"/>
                  <a:pt x="1096" y="204"/>
                  <a:pt x="1096" y="204"/>
                </a:cubicBezTo>
                <a:cubicBezTo>
                  <a:pt x="1086" y="174"/>
                  <a:pt x="1086" y="174"/>
                  <a:pt x="1086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29" y="204"/>
                  <a:pt x="1029" y="204"/>
                  <a:pt x="1029" y="204"/>
                </a:cubicBezTo>
                <a:cubicBezTo>
                  <a:pt x="995" y="204"/>
                  <a:pt x="995" y="204"/>
                  <a:pt x="995" y="204"/>
                </a:cubicBezTo>
                <a:lnTo>
                  <a:pt x="1046" y="73"/>
                </a:lnTo>
                <a:close/>
                <a:moveTo>
                  <a:pt x="921" y="135"/>
                </a:moveTo>
                <a:cubicBezTo>
                  <a:pt x="914" y="135"/>
                  <a:pt x="911" y="137"/>
                  <a:pt x="911" y="140"/>
                </a:cubicBezTo>
                <a:cubicBezTo>
                  <a:pt x="911" y="142"/>
                  <a:pt x="912" y="144"/>
                  <a:pt x="914" y="145"/>
                </a:cubicBezTo>
                <a:cubicBezTo>
                  <a:pt x="916" y="146"/>
                  <a:pt x="919" y="147"/>
                  <a:pt x="924" y="148"/>
                </a:cubicBezTo>
                <a:cubicBezTo>
                  <a:pt x="935" y="151"/>
                  <a:pt x="943" y="154"/>
                  <a:pt x="948" y="159"/>
                </a:cubicBezTo>
                <a:cubicBezTo>
                  <a:pt x="952" y="164"/>
                  <a:pt x="955" y="170"/>
                  <a:pt x="955" y="179"/>
                </a:cubicBezTo>
                <a:cubicBezTo>
                  <a:pt x="955" y="187"/>
                  <a:pt x="951" y="194"/>
                  <a:pt x="944" y="199"/>
                </a:cubicBezTo>
                <a:cubicBezTo>
                  <a:pt x="937" y="204"/>
                  <a:pt x="928" y="207"/>
                  <a:pt x="915" y="207"/>
                </a:cubicBezTo>
                <a:cubicBezTo>
                  <a:pt x="908" y="207"/>
                  <a:pt x="901" y="206"/>
                  <a:pt x="895" y="204"/>
                </a:cubicBezTo>
                <a:cubicBezTo>
                  <a:pt x="888" y="203"/>
                  <a:pt x="883" y="201"/>
                  <a:pt x="880" y="198"/>
                </a:cubicBezTo>
                <a:cubicBezTo>
                  <a:pt x="890" y="180"/>
                  <a:pt x="890" y="180"/>
                  <a:pt x="890" y="180"/>
                </a:cubicBezTo>
                <a:cubicBezTo>
                  <a:pt x="893" y="181"/>
                  <a:pt x="897" y="182"/>
                  <a:pt x="901" y="183"/>
                </a:cubicBezTo>
                <a:cubicBezTo>
                  <a:pt x="905" y="184"/>
                  <a:pt x="909" y="184"/>
                  <a:pt x="913" y="184"/>
                </a:cubicBezTo>
                <a:cubicBezTo>
                  <a:pt x="920" y="184"/>
                  <a:pt x="924" y="182"/>
                  <a:pt x="924" y="179"/>
                </a:cubicBezTo>
                <a:cubicBezTo>
                  <a:pt x="924" y="178"/>
                  <a:pt x="924" y="177"/>
                  <a:pt x="924" y="176"/>
                </a:cubicBezTo>
                <a:cubicBezTo>
                  <a:pt x="923" y="176"/>
                  <a:pt x="923" y="175"/>
                  <a:pt x="922" y="175"/>
                </a:cubicBezTo>
                <a:cubicBezTo>
                  <a:pt x="921" y="174"/>
                  <a:pt x="919" y="173"/>
                  <a:pt x="918" y="173"/>
                </a:cubicBezTo>
                <a:cubicBezTo>
                  <a:pt x="916" y="172"/>
                  <a:pt x="914" y="172"/>
                  <a:pt x="911" y="171"/>
                </a:cubicBezTo>
                <a:cubicBezTo>
                  <a:pt x="906" y="170"/>
                  <a:pt x="901" y="168"/>
                  <a:pt x="897" y="166"/>
                </a:cubicBezTo>
                <a:cubicBezTo>
                  <a:pt x="893" y="164"/>
                  <a:pt x="890" y="162"/>
                  <a:pt x="888" y="160"/>
                </a:cubicBezTo>
                <a:cubicBezTo>
                  <a:pt x="885" y="157"/>
                  <a:pt x="884" y="155"/>
                  <a:pt x="883" y="152"/>
                </a:cubicBezTo>
                <a:cubicBezTo>
                  <a:pt x="881" y="148"/>
                  <a:pt x="881" y="145"/>
                  <a:pt x="881" y="141"/>
                </a:cubicBezTo>
                <a:cubicBezTo>
                  <a:pt x="881" y="132"/>
                  <a:pt x="884" y="125"/>
                  <a:pt x="891" y="120"/>
                </a:cubicBezTo>
                <a:cubicBezTo>
                  <a:pt x="898" y="115"/>
                  <a:pt x="907" y="113"/>
                  <a:pt x="919" y="113"/>
                </a:cubicBezTo>
                <a:cubicBezTo>
                  <a:pt x="925" y="113"/>
                  <a:pt x="931" y="113"/>
                  <a:pt x="936" y="115"/>
                </a:cubicBezTo>
                <a:cubicBezTo>
                  <a:pt x="942" y="116"/>
                  <a:pt x="947" y="117"/>
                  <a:pt x="951" y="120"/>
                </a:cubicBezTo>
                <a:cubicBezTo>
                  <a:pt x="948" y="142"/>
                  <a:pt x="948" y="142"/>
                  <a:pt x="948" y="142"/>
                </a:cubicBezTo>
                <a:cubicBezTo>
                  <a:pt x="943" y="140"/>
                  <a:pt x="939" y="138"/>
                  <a:pt x="934" y="137"/>
                </a:cubicBezTo>
                <a:cubicBezTo>
                  <a:pt x="929" y="136"/>
                  <a:pt x="925" y="135"/>
                  <a:pt x="921" y="135"/>
                </a:cubicBezTo>
                <a:moveTo>
                  <a:pt x="780" y="115"/>
                </a:moveTo>
                <a:cubicBezTo>
                  <a:pt x="810" y="115"/>
                  <a:pt x="810" y="115"/>
                  <a:pt x="810" y="115"/>
                </a:cubicBezTo>
                <a:cubicBezTo>
                  <a:pt x="810" y="126"/>
                  <a:pt x="810" y="126"/>
                  <a:pt x="810" y="126"/>
                </a:cubicBezTo>
                <a:cubicBezTo>
                  <a:pt x="812" y="122"/>
                  <a:pt x="816" y="119"/>
                  <a:pt x="820" y="116"/>
                </a:cubicBezTo>
                <a:cubicBezTo>
                  <a:pt x="825" y="114"/>
                  <a:pt x="830" y="113"/>
                  <a:pt x="836" y="113"/>
                </a:cubicBezTo>
                <a:cubicBezTo>
                  <a:pt x="846" y="113"/>
                  <a:pt x="853" y="116"/>
                  <a:pt x="859" y="122"/>
                </a:cubicBezTo>
                <a:cubicBezTo>
                  <a:pt x="864" y="128"/>
                  <a:pt x="866" y="138"/>
                  <a:pt x="866" y="150"/>
                </a:cubicBezTo>
                <a:cubicBezTo>
                  <a:pt x="866" y="204"/>
                  <a:pt x="866" y="204"/>
                  <a:pt x="866" y="204"/>
                </a:cubicBezTo>
                <a:cubicBezTo>
                  <a:pt x="836" y="204"/>
                  <a:pt x="836" y="204"/>
                  <a:pt x="836" y="204"/>
                </a:cubicBezTo>
                <a:cubicBezTo>
                  <a:pt x="836" y="156"/>
                  <a:pt x="836" y="156"/>
                  <a:pt x="836" y="156"/>
                </a:cubicBezTo>
                <a:cubicBezTo>
                  <a:pt x="836" y="145"/>
                  <a:pt x="832" y="140"/>
                  <a:pt x="824" y="140"/>
                </a:cubicBezTo>
                <a:cubicBezTo>
                  <a:pt x="819" y="140"/>
                  <a:pt x="816" y="142"/>
                  <a:pt x="814" y="144"/>
                </a:cubicBezTo>
                <a:cubicBezTo>
                  <a:pt x="812" y="147"/>
                  <a:pt x="810" y="152"/>
                  <a:pt x="810" y="157"/>
                </a:cubicBezTo>
                <a:cubicBezTo>
                  <a:pt x="810" y="204"/>
                  <a:pt x="810" y="204"/>
                  <a:pt x="810" y="204"/>
                </a:cubicBezTo>
                <a:cubicBezTo>
                  <a:pt x="780" y="204"/>
                  <a:pt x="780" y="204"/>
                  <a:pt x="780" y="204"/>
                </a:cubicBezTo>
                <a:lnTo>
                  <a:pt x="780" y="115"/>
                </a:lnTo>
                <a:close/>
                <a:moveTo>
                  <a:pt x="729" y="115"/>
                </a:moveTo>
                <a:cubicBezTo>
                  <a:pt x="760" y="115"/>
                  <a:pt x="760" y="115"/>
                  <a:pt x="760" y="115"/>
                </a:cubicBezTo>
                <a:cubicBezTo>
                  <a:pt x="760" y="204"/>
                  <a:pt x="760" y="204"/>
                  <a:pt x="760" y="204"/>
                </a:cubicBezTo>
                <a:cubicBezTo>
                  <a:pt x="729" y="204"/>
                  <a:pt x="729" y="204"/>
                  <a:pt x="729" y="204"/>
                </a:cubicBezTo>
                <a:lnTo>
                  <a:pt x="729" y="115"/>
                </a:lnTo>
                <a:close/>
                <a:moveTo>
                  <a:pt x="744" y="101"/>
                </a:moveTo>
                <a:cubicBezTo>
                  <a:pt x="739" y="101"/>
                  <a:pt x="735" y="100"/>
                  <a:pt x="732" y="97"/>
                </a:cubicBezTo>
                <a:cubicBezTo>
                  <a:pt x="729" y="94"/>
                  <a:pt x="727" y="90"/>
                  <a:pt x="727" y="85"/>
                </a:cubicBezTo>
                <a:cubicBezTo>
                  <a:pt x="727" y="80"/>
                  <a:pt x="729" y="76"/>
                  <a:pt x="732" y="73"/>
                </a:cubicBezTo>
                <a:cubicBezTo>
                  <a:pt x="735" y="70"/>
                  <a:pt x="739" y="68"/>
                  <a:pt x="744" y="68"/>
                </a:cubicBezTo>
                <a:cubicBezTo>
                  <a:pt x="749" y="68"/>
                  <a:pt x="753" y="70"/>
                  <a:pt x="757" y="73"/>
                </a:cubicBezTo>
                <a:cubicBezTo>
                  <a:pt x="760" y="76"/>
                  <a:pt x="762" y="80"/>
                  <a:pt x="762" y="85"/>
                </a:cubicBezTo>
                <a:cubicBezTo>
                  <a:pt x="762" y="90"/>
                  <a:pt x="760" y="94"/>
                  <a:pt x="757" y="97"/>
                </a:cubicBezTo>
                <a:cubicBezTo>
                  <a:pt x="753" y="100"/>
                  <a:pt x="749" y="101"/>
                  <a:pt x="744" y="101"/>
                </a:cubicBezTo>
                <a:moveTo>
                  <a:pt x="676" y="73"/>
                </a:moveTo>
                <a:cubicBezTo>
                  <a:pt x="707" y="73"/>
                  <a:pt x="707" y="73"/>
                  <a:pt x="707" y="73"/>
                </a:cubicBezTo>
                <a:cubicBezTo>
                  <a:pt x="707" y="204"/>
                  <a:pt x="707" y="204"/>
                  <a:pt x="707" y="204"/>
                </a:cubicBezTo>
                <a:cubicBezTo>
                  <a:pt x="676" y="204"/>
                  <a:pt x="676" y="204"/>
                  <a:pt x="676" y="204"/>
                </a:cubicBezTo>
                <a:lnTo>
                  <a:pt x="676" y="73"/>
                </a:lnTo>
                <a:close/>
                <a:moveTo>
                  <a:pt x="625" y="73"/>
                </a:moveTo>
                <a:cubicBezTo>
                  <a:pt x="656" y="73"/>
                  <a:pt x="656" y="73"/>
                  <a:pt x="656" y="73"/>
                </a:cubicBezTo>
                <a:cubicBezTo>
                  <a:pt x="656" y="204"/>
                  <a:pt x="656" y="204"/>
                  <a:pt x="656" y="204"/>
                </a:cubicBezTo>
                <a:cubicBezTo>
                  <a:pt x="625" y="204"/>
                  <a:pt x="625" y="204"/>
                  <a:pt x="625" y="204"/>
                </a:cubicBezTo>
                <a:lnTo>
                  <a:pt x="625" y="73"/>
                </a:lnTo>
                <a:close/>
                <a:moveTo>
                  <a:pt x="564" y="181"/>
                </a:moveTo>
                <a:cubicBezTo>
                  <a:pt x="570" y="181"/>
                  <a:pt x="574" y="179"/>
                  <a:pt x="578" y="175"/>
                </a:cubicBezTo>
                <a:cubicBezTo>
                  <a:pt x="581" y="171"/>
                  <a:pt x="583" y="166"/>
                  <a:pt x="583" y="160"/>
                </a:cubicBezTo>
                <a:cubicBezTo>
                  <a:pt x="583" y="153"/>
                  <a:pt x="581" y="148"/>
                  <a:pt x="578" y="144"/>
                </a:cubicBezTo>
                <a:cubicBezTo>
                  <a:pt x="574" y="140"/>
                  <a:pt x="570" y="139"/>
                  <a:pt x="564" y="139"/>
                </a:cubicBezTo>
                <a:cubicBezTo>
                  <a:pt x="558" y="139"/>
                  <a:pt x="553" y="140"/>
                  <a:pt x="550" y="144"/>
                </a:cubicBezTo>
                <a:cubicBezTo>
                  <a:pt x="546" y="148"/>
                  <a:pt x="544" y="153"/>
                  <a:pt x="544" y="160"/>
                </a:cubicBezTo>
                <a:cubicBezTo>
                  <a:pt x="544" y="166"/>
                  <a:pt x="546" y="171"/>
                  <a:pt x="550" y="175"/>
                </a:cubicBezTo>
                <a:cubicBezTo>
                  <a:pt x="553" y="179"/>
                  <a:pt x="558" y="181"/>
                  <a:pt x="564" y="181"/>
                </a:cubicBezTo>
                <a:moveTo>
                  <a:pt x="564" y="207"/>
                </a:moveTo>
                <a:cubicBezTo>
                  <a:pt x="557" y="207"/>
                  <a:pt x="550" y="205"/>
                  <a:pt x="544" y="203"/>
                </a:cubicBezTo>
                <a:cubicBezTo>
                  <a:pt x="538" y="200"/>
                  <a:pt x="533" y="197"/>
                  <a:pt x="529" y="192"/>
                </a:cubicBezTo>
                <a:cubicBezTo>
                  <a:pt x="524" y="188"/>
                  <a:pt x="521" y="183"/>
                  <a:pt x="518" y="177"/>
                </a:cubicBezTo>
                <a:cubicBezTo>
                  <a:pt x="516" y="171"/>
                  <a:pt x="515" y="164"/>
                  <a:pt x="515" y="158"/>
                </a:cubicBezTo>
                <a:cubicBezTo>
                  <a:pt x="515" y="151"/>
                  <a:pt x="516" y="145"/>
                  <a:pt x="518" y="139"/>
                </a:cubicBezTo>
                <a:cubicBezTo>
                  <a:pt x="521" y="134"/>
                  <a:pt x="524" y="129"/>
                  <a:pt x="529" y="125"/>
                </a:cubicBezTo>
                <a:cubicBezTo>
                  <a:pt x="533" y="121"/>
                  <a:pt x="538" y="118"/>
                  <a:pt x="544" y="116"/>
                </a:cubicBezTo>
                <a:cubicBezTo>
                  <a:pt x="550" y="114"/>
                  <a:pt x="557" y="113"/>
                  <a:pt x="564" y="113"/>
                </a:cubicBezTo>
                <a:cubicBezTo>
                  <a:pt x="571" y="113"/>
                  <a:pt x="577" y="114"/>
                  <a:pt x="583" y="116"/>
                </a:cubicBezTo>
                <a:cubicBezTo>
                  <a:pt x="589" y="118"/>
                  <a:pt x="594" y="122"/>
                  <a:pt x="599" y="126"/>
                </a:cubicBezTo>
                <a:cubicBezTo>
                  <a:pt x="603" y="130"/>
                  <a:pt x="606" y="135"/>
                  <a:pt x="609" y="141"/>
                </a:cubicBezTo>
                <a:cubicBezTo>
                  <a:pt x="611" y="147"/>
                  <a:pt x="612" y="153"/>
                  <a:pt x="612" y="160"/>
                </a:cubicBezTo>
                <a:cubicBezTo>
                  <a:pt x="612" y="166"/>
                  <a:pt x="611" y="173"/>
                  <a:pt x="609" y="178"/>
                </a:cubicBezTo>
                <a:cubicBezTo>
                  <a:pt x="606" y="184"/>
                  <a:pt x="603" y="189"/>
                  <a:pt x="599" y="193"/>
                </a:cubicBezTo>
                <a:cubicBezTo>
                  <a:pt x="594" y="197"/>
                  <a:pt x="589" y="201"/>
                  <a:pt x="583" y="203"/>
                </a:cubicBezTo>
                <a:cubicBezTo>
                  <a:pt x="577" y="205"/>
                  <a:pt x="571" y="207"/>
                  <a:pt x="564" y="207"/>
                </a:cubicBezTo>
                <a:moveTo>
                  <a:pt x="507" y="192"/>
                </a:moveTo>
                <a:cubicBezTo>
                  <a:pt x="501" y="196"/>
                  <a:pt x="494" y="200"/>
                  <a:pt x="486" y="202"/>
                </a:cubicBezTo>
                <a:cubicBezTo>
                  <a:pt x="478" y="205"/>
                  <a:pt x="469" y="206"/>
                  <a:pt x="460" y="206"/>
                </a:cubicBezTo>
                <a:cubicBezTo>
                  <a:pt x="450" y="206"/>
                  <a:pt x="440" y="204"/>
                  <a:pt x="432" y="201"/>
                </a:cubicBezTo>
                <a:cubicBezTo>
                  <a:pt x="424" y="198"/>
                  <a:pt x="417" y="194"/>
                  <a:pt x="411" y="188"/>
                </a:cubicBezTo>
                <a:cubicBezTo>
                  <a:pt x="405" y="183"/>
                  <a:pt x="401" y="176"/>
                  <a:pt x="398" y="167"/>
                </a:cubicBezTo>
                <a:cubicBezTo>
                  <a:pt x="394" y="159"/>
                  <a:pt x="393" y="150"/>
                  <a:pt x="393" y="139"/>
                </a:cubicBezTo>
                <a:cubicBezTo>
                  <a:pt x="393" y="129"/>
                  <a:pt x="395" y="120"/>
                  <a:pt x="398" y="112"/>
                </a:cubicBezTo>
                <a:cubicBezTo>
                  <a:pt x="402" y="104"/>
                  <a:pt x="406" y="96"/>
                  <a:pt x="413" y="90"/>
                </a:cubicBezTo>
                <a:cubicBezTo>
                  <a:pt x="419" y="85"/>
                  <a:pt x="427" y="80"/>
                  <a:pt x="435" y="77"/>
                </a:cubicBezTo>
                <a:cubicBezTo>
                  <a:pt x="444" y="73"/>
                  <a:pt x="454" y="72"/>
                  <a:pt x="464" y="72"/>
                </a:cubicBezTo>
                <a:cubicBezTo>
                  <a:pt x="468" y="72"/>
                  <a:pt x="472" y="72"/>
                  <a:pt x="476" y="72"/>
                </a:cubicBezTo>
                <a:cubicBezTo>
                  <a:pt x="480" y="73"/>
                  <a:pt x="484" y="74"/>
                  <a:pt x="487" y="75"/>
                </a:cubicBezTo>
                <a:cubicBezTo>
                  <a:pt x="491" y="76"/>
                  <a:pt x="495" y="77"/>
                  <a:pt x="498" y="78"/>
                </a:cubicBezTo>
                <a:cubicBezTo>
                  <a:pt x="501" y="79"/>
                  <a:pt x="504" y="81"/>
                  <a:pt x="507" y="82"/>
                </a:cubicBezTo>
                <a:cubicBezTo>
                  <a:pt x="493" y="109"/>
                  <a:pt x="493" y="109"/>
                  <a:pt x="493" y="109"/>
                </a:cubicBezTo>
                <a:cubicBezTo>
                  <a:pt x="490" y="108"/>
                  <a:pt x="488" y="107"/>
                  <a:pt x="486" y="106"/>
                </a:cubicBezTo>
                <a:cubicBezTo>
                  <a:pt x="484" y="105"/>
                  <a:pt x="482" y="104"/>
                  <a:pt x="480" y="104"/>
                </a:cubicBezTo>
                <a:cubicBezTo>
                  <a:pt x="478" y="103"/>
                  <a:pt x="476" y="103"/>
                  <a:pt x="474" y="102"/>
                </a:cubicBezTo>
                <a:cubicBezTo>
                  <a:pt x="472" y="102"/>
                  <a:pt x="469" y="102"/>
                  <a:pt x="466" y="102"/>
                </a:cubicBezTo>
                <a:cubicBezTo>
                  <a:pt x="455" y="102"/>
                  <a:pt x="445" y="105"/>
                  <a:pt x="439" y="112"/>
                </a:cubicBezTo>
                <a:cubicBezTo>
                  <a:pt x="432" y="118"/>
                  <a:pt x="428" y="127"/>
                  <a:pt x="428" y="139"/>
                </a:cubicBezTo>
                <a:cubicBezTo>
                  <a:pt x="428" y="144"/>
                  <a:pt x="429" y="149"/>
                  <a:pt x="431" y="154"/>
                </a:cubicBezTo>
                <a:cubicBezTo>
                  <a:pt x="433" y="158"/>
                  <a:pt x="435" y="162"/>
                  <a:pt x="438" y="165"/>
                </a:cubicBezTo>
                <a:cubicBezTo>
                  <a:pt x="441" y="168"/>
                  <a:pt x="445" y="171"/>
                  <a:pt x="449" y="173"/>
                </a:cubicBezTo>
                <a:cubicBezTo>
                  <a:pt x="454" y="175"/>
                  <a:pt x="459" y="175"/>
                  <a:pt x="464" y="175"/>
                </a:cubicBezTo>
                <a:cubicBezTo>
                  <a:pt x="469" y="175"/>
                  <a:pt x="474" y="175"/>
                  <a:pt x="479" y="173"/>
                </a:cubicBezTo>
                <a:cubicBezTo>
                  <a:pt x="484" y="171"/>
                  <a:pt x="489" y="168"/>
                  <a:pt x="493" y="165"/>
                </a:cubicBezTo>
                <a:lnTo>
                  <a:pt x="507" y="192"/>
                </a:lnTo>
                <a:close/>
                <a:moveTo>
                  <a:pt x="126" y="2"/>
                </a:moveTo>
                <a:cubicBezTo>
                  <a:pt x="130" y="1"/>
                  <a:pt x="133" y="1"/>
                  <a:pt x="137" y="0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50" y="96"/>
                  <a:pt x="146" y="96"/>
                  <a:pt x="143" y="97"/>
                </a:cubicBezTo>
                <a:lnTo>
                  <a:pt x="126" y="2"/>
                </a:lnTo>
                <a:close/>
                <a:moveTo>
                  <a:pt x="122" y="107"/>
                </a:moveTo>
                <a:cubicBezTo>
                  <a:pt x="126" y="105"/>
                  <a:pt x="129" y="102"/>
                  <a:pt x="133" y="101"/>
                </a:cubicBezTo>
                <a:cubicBezTo>
                  <a:pt x="85" y="17"/>
                  <a:pt x="85" y="17"/>
                  <a:pt x="85" y="17"/>
                </a:cubicBezTo>
                <a:cubicBezTo>
                  <a:pt x="82" y="19"/>
                  <a:pt x="78" y="21"/>
                  <a:pt x="74" y="24"/>
                </a:cubicBezTo>
                <a:lnTo>
                  <a:pt x="122" y="107"/>
                </a:lnTo>
                <a:close/>
                <a:moveTo>
                  <a:pt x="95" y="160"/>
                </a:moveTo>
                <a:cubicBezTo>
                  <a:pt x="95" y="156"/>
                  <a:pt x="95" y="153"/>
                  <a:pt x="96" y="14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2"/>
                  <a:pt x="0" y="156"/>
                  <a:pt x="0" y="159"/>
                </a:cubicBezTo>
                <a:cubicBezTo>
                  <a:pt x="0" y="162"/>
                  <a:pt x="0" y="165"/>
                  <a:pt x="0" y="169"/>
                </a:cubicBezTo>
                <a:cubicBezTo>
                  <a:pt x="95" y="169"/>
                  <a:pt x="95" y="169"/>
                  <a:pt x="95" y="169"/>
                </a:cubicBezTo>
                <a:cubicBezTo>
                  <a:pt x="95" y="166"/>
                  <a:pt x="95" y="163"/>
                  <a:pt x="95" y="160"/>
                </a:cubicBezTo>
                <a:moveTo>
                  <a:pt x="224" y="160"/>
                </a:moveTo>
                <a:cubicBezTo>
                  <a:pt x="224" y="195"/>
                  <a:pt x="195" y="224"/>
                  <a:pt x="159" y="224"/>
                </a:cubicBezTo>
                <a:cubicBezTo>
                  <a:pt x="128" y="224"/>
                  <a:pt x="101" y="201"/>
                  <a:pt x="96" y="171"/>
                </a:cubicBezTo>
                <a:cubicBezTo>
                  <a:pt x="6" y="203"/>
                  <a:pt x="6" y="203"/>
                  <a:pt x="6" y="203"/>
                </a:cubicBezTo>
                <a:cubicBezTo>
                  <a:pt x="8" y="210"/>
                  <a:pt x="11" y="217"/>
                  <a:pt x="14" y="224"/>
                </a:cubicBezTo>
                <a:cubicBezTo>
                  <a:pt x="103" y="191"/>
                  <a:pt x="103" y="191"/>
                  <a:pt x="103" y="191"/>
                </a:cubicBezTo>
                <a:cubicBezTo>
                  <a:pt x="30" y="253"/>
                  <a:pt x="30" y="253"/>
                  <a:pt x="30" y="253"/>
                </a:cubicBezTo>
                <a:cubicBezTo>
                  <a:pt x="34" y="259"/>
                  <a:pt x="40" y="265"/>
                  <a:pt x="45" y="271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69" y="291"/>
                  <a:pt x="69" y="291"/>
                  <a:pt x="69" y="291"/>
                </a:cubicBezTo>
                <a:cubicBezTo>
                  <a:pt x="76" y="296"/>
                  <a:pt x="83" y="300"/>
                  <a:pt x="91" y="304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18" y="314"/>
                  <a:pt x="118" y="314"/>
                  <a:pt x="118" y="314"/>
                </a:cubicBezTo>
                <a:cubicBezTo>
                  <a:pt x="127" y="317"/>
                  <a:pt x="136" y="318"/>
                  <a:pt x="146" y="319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73" y="319"/>
                  <a:pt x="173" y="319"/>
                  <a:pt x="173" y="319"/>
                </a:cubicBezTo>
                <a:cubicBezTo>
                  <a:pt x="183" y="318"/>
                  <a:pt x="192" y="317"/>
                  <a:pt x="202" y="314"/>
                </a:cubicBezTo>
                <a:cubicBezTo>
                  <a:pt x="189" y="242"/>
                  <a:pt x="189" y="242"/>
                  <a:pt x="189" y="242"/>
                </a:cubicBezTo>
                <a:cubicBezTo>
                  <a:pt x="225" y="305"/>
                  <a:pt x="225" y="305"/>
                  <a:pt x="225" y="305"/>
                </a:cubicBezTo>
                <a:cubicBezTo>
                  <a:pt x="235" y="301"/>
                  <a:pt x="245" y="295"/>
                  <a:pt x="253" y="289"/>
                </a:cubicBezTo>
                <a:cubicBezTo>
                  <a:pt x="220" y="231"/>
                  <a:pt x="220" y="231"/>
                  <a:pt x="220" y="231"/>
                </a:cubicBezTo>
                <a:cubicBezTo>
                  <a:pt x="271" y="274"/>
                  <a:pt x="271" y="274"/>
                  <a:pt x="271" y="274"/>
                </a:cubicBezTo>
                <a:cubicBezTo>
                  <a:pt x="279" y="266"/>
                  <a:pt x="286" y="257"/>
                  <a:pt x="293" y="247"/>
                </a:cubicBezTo>
                <a:cubicBezTo>
                  <a:pt x="247" y="209"/>
                  <a:pt x="247" y="209"/>
                  <a:pt x="247" y="209"/>
                </a:cubicBezTo>
                <a:cubicBezTo>
                  <a:pt x="303" y="229"/>
                  <a:pt x="303" y="229"/>
                  <a:pt x="303" y="229"/>
                </a:cubicBezTo>
                <a:cubicBezTo>
                  <a:pt x="308" y="219"/>
                  <a:pt x="312" y="207"/>
                  <a:pt x="315" y="195"/>
                </a:cubicBezTo>
                <a:cubicBezTo>
                  <a:pt x="266" y="177"/>
                  <a:pt x="266" y="177"/>
                  <a:pt x="266" y="177"/>
                </a:cubicBezTo>
                <a:cubicBezTo>
                  <a:pt x="318" y="177"/>
                  <a:pt x="318" y="177"/>
                  <a:pt x="318" y="177"/>
                </a:cubicBezTo>
                <a:cubicBezTo>
                  <a:pt x="319" y="171"/>
                  <a:pt x="319" y="165"/>
                  <a:pt x="319" y="159"/>
                </a:cubicBezTo>
                <a:cubicBezTo>
                  <a:pt x="319" y="152"/>
                  <a:pt x="318" y="145"/>
                  <a:pt x="317" y="138"/>
                </a:cubicBezTo>
                <a:cubicBezTo>
                  <a:pt x="220" y="138"/>
                  <a:pt x="220" y="138"/>
                  <a:pt x="220" y="138"/>
                </a:cubicBezTo>
                <a:cubicBezTo>
                  <a:pt x="223" y="145"/>
                  <a:pt x="224" y="152"/>
                  <a:pt x="224" y="160"/>
                </a:cubicBezTo>
                <a:moveTo>
                  <a:pt x="97" y="145"/>
                </a:moveTo>
                <a:cubicBezTo>
                  <a:pt x="98" y="139"/>
                  <a:pt x="100" y="134"/>
                  <a:pt x="103" y="129"/>
                </a:cubicBezTo>
                <a:cubicBezTo>
                  <a:pt x="13" y="96"/>
                  <a:pt x="13" y="96"/>
                  <a:pt x="13" y="96"/>
                </a:cubicBezTo>
                <a:cubicBezTo>
                  <a:pt x="11" y="101"/>
                  <a:pt x="9" y="107"/>
                  <a:pt x="7" y="112"/>
                </a:cubicBezTo>
                <a:lnTo>
                  <a:pt x="97" y="145"/>
                </a:lnTo>
                <a:close/>
                <a:moveTo>
                  <a:pt x="280" y="54"/>
                </a:moveTo>
                <a:cubicBezTo>
                  <a:pt x="207" y="115"/>
                  <a:pt x="207" y="115"/>
                  <a:pt x="207" y="115"/>
                </a:cubicBezTo>
                <a:cubicBezTo>
                  <a:pt x="208" y="117"/>
                  <a:pt x="210" y="119"/>
                  <a:pt x="212" y="121"/>
                </a:cubicBezTo>
                <a:cubicBezTo>
                  <a:pt x="285" y="60"/>
                  <a:pt x="285" y="60"/>
                  <a:pt x="285" y="60"/>
                </a:cubicBezTo>
                <a:cubicBezTo>
                  <a:pt x="283" y="58"/>
                  <a:pt x="281" y="56"/>
                  <a:pt x="280" y="54"/>
                </a:cubicBezTo>
                <a:moveTo>
                  <a:pt x="243" y="23"/>
                </a:moveTo>
                <a:cubicBezTo>
                  <a:pt x="241" y="21"/>
                  <a:pt x="238" y="20"/>
                  <a:pt x="236" y="18"/>
                </a:cubicBezTo>
                <a:cubicBezTo>
                  <a:pt x="188" y="102"/>
                  <a:pt x="188" y="102"/>
                  <a:pt x="188" y="102"/>
                </a:cubicBezTo>
                <a:cubicBezTo>
                  <a:pt x="190" y="103"/>
                  <a:pt x="193" y="104"/>
                  <a:pt x="196" y="106"/>
                </a:cubicBezTo>
                <a:lnTo>
                  <a:pt x="243" y="23"/>
                </a:lnTo>
                <a:close/>
                <a:moveTo>
                  <a:pt x="116" y="112"/>
                </a:moveTo>
                <a:cubicBezTo>
                  <a:pt x="42" y="50"/>
                  <a:pt x="42" y="50"/>
                  <a:pt x="42" y="50"/>
                </a:cubicBezTo>
                <a:cubicBezTo>
                  <a:pt x="39" y="54"/>
                  <a:pt x="36" y="58"/>
                  <a:pt x="33" y="62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9" y="119"/>
                  <a:pt x="112" y="116"/>
                  <a:pt x="116" y="112"/>
                </a:cubicBezTo>
                <a:moveTo>
                  <a:pt x="166" y="95"/>
                </a:moveTo>
                <a:cubicBezTo>
                  <a:pt x="169" y="96"/>
                  <a:pt x="172" y="96"/>
                  <a:pt x="175" y="97"/>
                </a:cubicBezTo>
                <a:cubicBezTo>
                  <a:pt x="192" y="2"/>
                  <a:pt x="192" y="2"/>
                  <a:pt x="192" y="2"/>
                </a:cubicBezTo>
                <a:cubicBezTo>
                  <a:pt x="189" y="1"/>
                  <a:pt x="186" y="1"/>
                  <a:pt x="183" y="0"/>
                </a:cubicBezTo>
                <a:lnTo>
                  <a:pt x="166" y="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7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1560"/>
            <a:ext cx="8229600" cy="3530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0120"/>
            <a:ext cx="8229600" cy="568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 HERE. ALL CAPS. WHITE. 24 PT.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60F46-2E67-474C-9893-046DAFD1D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0520" y="4834508"/>
            <a:ext cx="4343400" cy="28146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600" spc="0" baseline="0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6748-83C3-467A-9DF6-CC369EE24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03920" y="4745736"/>
            <a:ext cx="228600" cy="200055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>
              <a:defRPr lang="en-US" sz="700" b="0" i="0" smtClean="0">
                <a:latin typeface="Arial Regular"/>
                <a:cs typeface="DIN-Light"/>
              </a:defRPr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15BF577F-DD63-462C-8D95-AD4D3295C9A9}"/>
              </a:ext>
            </a:extLst>
          </p:cNvPr>
          <p:cNvSpPr txBox="1">
            <a:spLocks/>
          </p:cNvSpPr>
          <p:nvPr userDrawn="1"/>
        </p:nvSpPr>
        <p:spPr>
          <a:xfrm>
            <a:off x="3972076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baseline="0" dirty="0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spc="0" baseline="0" dirty="0">
                <a:solidFill>
                  <a:schemeClr val="tx1"/>
                </a:solidFill>
              </a:rPr>
              <a:t>Collins Aerospace</a:t>
            </a:r>
            <a:endParaRPr lang="en-US" spc="0" baseline="0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40" name="Logo">
            <a:extLst>
              <a:ext uri="{FF2B5EF4-FFF2-40B4-BE49-F238E27FC236}">
                <a16:creationId xmlns:a16="http://schemas.microsoft.com/office/drawing/2014/main" id="{B4023E06-5263-4C9E-8BEF-4E169EF2921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67360" y="4698476"/>
            <a:ext cx="1565938" cy="265176"/>
          </a:xfrm>
          <a:custGeom>
            <a:avLst/>
            <a:gdLst>
              <a:gd name="T0" fmla="*/ 1871 w 1887"/>
              <a:gd name="T1" fmla="*/ 204 h 319"/>
              <a:gd name="T2" fmla="*/ 1811 w 1887"/>
              <a:gd name="T3" fmla="*/ 126 h 319"/>
              <a:gd name="T4" fmla="*/ 1886 w 1887"/>
              <a:gd name="T5" fmla="*/ 168 h 319"/>
              <a:gd name="T6" fmla="*/ 1779 w 1887"/>
              <a:gd name="T7" fmla="*/ 204 h 319"/>
              <a:gd name="T8" fmla="*/ 1728 w 1887"/>
              <a:gd name="T9" fmla="*/ 126 h 319"/>
              <a:gd name="T10" fmla="*/ 1751 w 1887"/>
              <a:gd name="T11" fmla="*/ 146 h 319"/>
              <a:gd name="T12" fmla="*/ 1656 w 1887"/>
              <a:gd name="T13" fmla="*/ 179 h 319"/>
              <a:gd name="T14" fmla="*/ 1643 w 1887"/>
              <a:gd name="T15" fmla="*/ 174 h 319"/>
              <a:gd name="T16" fmla="*/ 1611 w 1887"/>
              <a:gd name="T17" fmla="*/ 141 h 319"/>
              <a:gd name="T18" fmla="*/ 1703 w 1887"/>
              <a:gd name="T19" fmla="*/ 115 h 319"/>
              <a:gd name="T20" fmla="*/ 1562 w 1887"/>
              <a:gd name="T21" fmla="*/ 174 h 319"/>
              <a:gd name="T22" fmla="*/ 1549 w 1887"/>
              <a:gd name="T23" fmla="*/ 179 h 319"/>
              <a:gd name="T24" fmla="*/ 1587 w 1887"/>
              <a:gd name="T25" fmla="*/ 126 h 319"/>
              <a:gd name="T26" fmla="*/ 1543 w 1887"/>
              <a:gd name="T27" fmla="*/ 204 h 319"/>
              <a:gd name="T28" fmla="*/ 1448 w 1887"/>
              <a:gd name="T29" fmla="*/ 145 h 319"/>
              <a:gd name="T30" fmla="*/ 1414 w 1887"/>
              <a:gd name="T31" fmla="*/ 198 h 319"/>
              <a:gd name="T32" fmla="*/ 1452 w 1887"/>
              <a:gd name="T33" fmla="*/ 173 h 319"/>
              <a:gd name="T34" fmla="*/ 1453 w 1887"/>
              <a:gd name="T35" fmla="*/ 113 h 319"/>
              <a:gd name="T36" fmla="*/ 1370 w 1887"/>
              <a:gd name="T37" fmla="*/ 175 h 319"/>
              <a:gd name="T38" fmla="*/ 1356 w 1887"/>
              <a:gd name="T39" fmla="*/ 181 h 319"/>
              <a:gd name="T40" fmla="*/ 1321 w 1887"/>
              <a:gd name="T41" fmla="*/ 126 h 319"/>
              <a:gd name="T42" fmla="*/ 1401 w 1887"/>
              <a:gd name="T43" fmla="*/ 178 h 319"/>
              <a:gd name="T44" fmla="*/ 1278 w 1887"/>
              <a:gd name="T45" fmla="*/ 118 h 319"/>
              <a:gd name="T46" fmla="*/ 1270 w 1887"/>
              <a:gd name="T47" fmla="*/ 204 h 319"/>
              <a:gd name="T48" fmla="*/ 1195 w 1887"/>
              <a:gd name="T49" fmla="*/ 150 h 319"/>
              <a:gd name="T50" fmla="*/ 1134 w 1887"/>
              <a:gd name="T51" fmla="*/ 160 h 319"/>
              <a:gd name="T52" fmla="*/ 1221 w 1887"/>
              <a:gd name="T53" fmla="*/ 138 h 319"/>
              <a:gd name="T54" fmla="*/ 1224 w 1887"/>
              <a:gd name="T55" fmla="*/ 197 h 319"/>
              <a:gd name="T56" fmla="*/ 1133 w 1887"/>
              <a:gd name="T57" fmla="*/ 204 h 319"/>
              <a:gd name="T58" fmla="*/ 921 w 1887"/>
              <a:gd name="T59" fmla="*/ 135 h 319"/>
              <a:gd name="T60" fmla="*/ 915 w 1887"/>
              <a:gd name="T61" fmla="*/ 207 h 319"/>
              <a:gd name="T62" fmla="*/ 924 w 1887"/>
              <a:gd name="T63" fmla="*/ 176 h 319"/>
              <a:gd name="T64" fmla="*/ 881 w 1887"/>
              <a:gd name="T65" fmla="*/ 141 h 319"/>
              <a:gd name="T66" fmla="*/ 921 w 1887"/>
              <a:gd name="T67" fmla="*/ 135 h 319"/>
              <a:gd name="T68" fmla="*/ 866 w 1887"/>
              <a:gd name="T69" fmla="*/ 150 h 319"/>
              <a:gd name="T70" fmla="*/ 810 w 1887"/>
              <a:gd name="T71" fmla="*/ 204 h 319"/>
              <a:gd name="T72" fmla="*/ 729 w 1887"/>
              <a:gd name="T73" fmla="*/ 115 h 319"/>
              <a:gd name="T74" fmla="*/ 762 w 1887"/>
              <a:gd name="T75" fmla="*/ 85 h 319"/>
              <a:gd name="T76" fmla="*/ 676 w 1887"/>
              <a:gd name="T77" fmla="*/ 73 h 319"/>
              <a:gd name="T78" fmla="*/ 578 w 1887"/>
              <a:gd name="T79" fmla="*/ 175 h 319"/>
              <a:gd name="T80" fmla="*/ 564 w 1887"/>
              <a:gd name="T81" fmla="*/ 181 h 319"/>
              <a:gd name="T82" fmla="*/ 529 w 1887"/>
              <a:gd name="T83" fmla="*/ 125 h 319"/>
              <a:gd name="T84" fmla="*/ 609 w 1887"/>
              <a:gd name="T85" fmla="*/ 178 h 319"/>
              <a:gd name="T86" fmla="*/ 432 w 1887"/>
              <a:gd name="T87" fmla="*/ 201 h 319"/>
              <a:gd name="T88" fmla="*/ 464 w 1887"/>
              <a:gd name="T89" fmla="*/ 72 h 319"/>
              <a:gd name="T90" fmla="*/ 480 w 1887"/>
              <a:gd name="T91" fmla="*/ 104 h 319"/>
              <a:gd name="T92" fmla="*/ 449 w 1887"/>
              <a:gd name="T93" fmla="*/ 173 h 319"/>
              <a:gd name="T94" fmla="*/ 154 w 1887"/>
              <a:gd name="T95" fmla="*/ 95 h 319"/>
              <a:gd name="T96" fmla="*/ 122 w 1887"/>
              <a:gd name="T97" fmla="*/ 107 h 319"/>
              <a:gd name="T98" fmla="*/ 95 w 1887"/>
              <a:gd name="T99" fmla="*/ 160 h 319"/>
              <a:gd name="T100" fmla="*/ 30 w 1887"/>
              <a:gd name="T101" fmla="*/ 253 h 319"/>
              <a:gd name="T102" fmla="*/ 146 w 1887"/>
              <a:gd name="T103" fmla="*/ 319 h 319"/>
              <a:gd name="T104" fmla="*/ 220 w 1887"/>
              <a:gd name="T105" fmla="*/ 231 h 319"/>
              <a:gd name="T106" fmla="*/ 318 w 1887"/>
              <a:gd name="T107" fmla="*/ 177 h 319"/>
              <a:gd name="T108" fmla="*/ 13 w 1887"/>
              <a:gd name="T109" fmla="*/ 96 h 319"/>
              <a:gd name="T110" fmla="*/ 280 w 1887"/>
              <a:gd name="T111" fmla="*/ 54 h 319"/>
              <a:gd name="T112" fmla="*/ 42 w 1887"/>
              <a:gd name="T113" fmla="*/ 50 h 319"/>
              <a:gd name="T114" fmla="*/ 183 w 1887"/>
              <a:gd name="T11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87" h="319">
                <a:moveTo>
                  <a:pt x="1859" y="150"/>
                </a:moveTo>
                <a:cubicBezTo>
                  <a:pt x="1858" y="145"/>
                  <a:pt x="1856" y="142"/>
                  <a:pt x="1854" y="139"/>
                </a:cubicBezTo>
                <a:cubicBezTo>
                  <a:pt x="1851" y="136"/>
                  <a:pt x="1848" y="135"/>
                  <a:pt x="1844" y="135"/>
                </a:cubicBezTo>
                <a:cubicBezTo>
                  <a:pt x="1835" y="135"/>
                  <a:pt x="1830" y="140"/>
                  <a:pt x="1828" y="150"/>
                </a:cubicBezTo>
                <a:lnTo>
                  <a:pt x="1859" y="150"/>
                </a:lnTo>
                <a:close/>
                <a:moveTo>
                  <a:pt x="1887" y="197"/>
                </a:moveTo>
                <a:cubicBezTo>
                  <a:pt x="1883" y="200"/>
                  <a:pt x="1877" y="203"/>
                  <a:pt x="1871" y="204"/>
                </a:cubicBezTo>
                <a:cubicBezTo>
                  <a:pt x="1865" y="206"/>
                  <a:pt x="1858" y="207"/>
                  <a:pt x="1851" y="207"/>
                </a:cubicBezTo>
                <a:cubicBezTo>
                  <a:pt x="1843" y="207"/>
                  <a:pt x="1835" y="206"/>
                  <a:pt x="1829" y="203"/>
                </a:cubicBezTo>
                <a:cubicBezTo>
                  <a:pt x="1822" y="201"/>
                  <a:pt x="1817" y="198"/>
                  <a:pt x="1812" y="194"/>
                </a:cubicBezTo>
                <a:cubicBezTo>
                  <a:pt x="1807" y="190"/>
                  <a:pt x="1804" y="185"/>
                  <a:pt x="1801" y="179"/>
                </a:cubicBezTo>
                <a:cubicBezTo>
                  <a:pt x="1799" y="173"/>
                  <a:pt x="1798" y="167"/>
                  <a:pt x="1798" y="160"/>
                </a:cubicBezTo>
                <a:cubicBezTo>
                  <a:pt x="1798" y="153"/>
                  <a:pt x="1799" y="146"/>
                  <a:pt x="1801" y="141"/>
                </a:cubicBezTo>
                <a:cubicBezTo>
                  <a:pt x="1803" y="135"/>
                  <a:pt x="1806" y="130"/>
                  <a:pt x="1811" y="126"/>
                </a:cubicBezTo>
                <a:cubicBezTo>
                  <a:pt x="1815" y="122"/>
                  <a:pt x="1820" y="118"/>
                  <a:pt x="1825" y="116"/>
                </a:cubicBezTo>
                <a:cubicBezTo>
                  <a:pt x="1831" y="114"/>
                  <a:pt x="1837" y="113"/>
                  <a:pt x="1844" y="113"/>
                </a:cubicBezTo>
                <a:cubicBezTo>
                  <a:pt x="1851" y="113"/>
                  <a:pt x="1857" y="114"/>
                  <a:pt x="1862" y="116"/>
                </a:cubicBezTo>
                <a:cubicBezTo>
                  <a:pt x="1867" y="118"/>
                  <a:pt x="1872" y="121"/>
                  <a:pt x="1876" y="125"/>
                </a:cubicBezTo>
                <a:cubicBezTo>
                  <a:pt x="1880" y="128"/>
                  <a:pt x="1882" y="133"/>
                  <a:pt x="1884" y="138"/>
                </a:cubicBezTo>
                <a:cubicBezTo>
                  <a:pt x="1886" y="144"/>
                  <a:pt x="1887" y="150"/>
                  <a:pt x="1887" y="157"/>
                </a:cubicBezTo>
                <a:cubicBezTo>
                  <a:pt x="1887" y="161"/>
                  <a:pt x="1887" y="165"/>
                  <a:pt x="1886" y="168"/>
                </a:cubicBezTo>
                <a:cubicBezTo>
                  <a:pt x="1828" y="168"/>
                  <a:pt x="1828" y="168"/>
                  <a:pt x="1828" y="168"/>
                </a:cubicBezTo>
                <a:cubicBezTo>
                  <a:pt x="1831" y="178"/>
                  <a:pt x="1840" y="183"/>
                  <a:pt x="1854" y="183"/>
                </a:cubicBezTo>
                <a:cubicBezTo>
                  <a:pt x="1858" y="183"/>
                  <a:pt x="1862" y="182"/>
                  <a:pt x="1866" y="181"/>
                </a:cubicBezTo>
                <a:cubicBezTo>
                  <a:pt x="1870" y="180"/>
                  <a:pt x="1874" y="179"/>
                  <a:pt x="1877" y="178"/>
                </a:cubicBezTo>
                <a:lnTo>
                  <a:pt x="1887" y="197"/>
                </a:lnTo>
                <a:close/>
                <a:moveTo>
                  <a:pt x="1794" y="198"/>
                </a:moveTo>
                <a:cubicBezTo>
                  <a:pt x="1790" y="201"/>
                  <a:pt x="1785" y="203"/>
                  <a:pt x="1779" y="204"/>
                </a:cubicBezTo>
                <a:cubicBezTo>
                  <a:pt x="1774" y="206"/>
                  <a:pt x="1769" y="206"/>
                  <a:pt x="1763" y="206"/>
                </a:cubicBezTo>
                <a:cubicBezTo>
                  <a:pt x="1755" y="206"/>
                  <a:pt x="1748" y="205"/>
                  <a:pt x="1742" y="203"/>
                </a:cubicBezTo>
                <a:cubicBezTo>
                  <a:pt x="1736" y="201"/>
                  <a:pt x="1731" y="198"/>
                  <a:pt x="1727" y="194"/>
                </a:cubicBezTo>
                <a:cubicBezTo>
                  <a:pt x="1723" y="190"/>
                  <a:pt x="1719" y="185"/>
                  <a:pt x="1717" y="179"/>
                </a:cubicBezTo>
                <a:cubicBezTo>
                  <a:pt x="1715" y="173"/>
                  <a:pt x="1714" y="167"/>
                  <a:pt x="1714" y="160"/>
                </a:cubicBezTo>
                <a:cubicBezTo>
                  <a:pt x="1714" y="153"/>
                  <a:pt x="1715" y="147"/>
                  <a:pt x="1718" y="141"/>
                </a:cubicBezTo>
                <a:cubicBezTo>
                  <a:pt x="1720" y="135"/>
                  <a:pt x="1723" y="130"/>
                  <a:pt x="1728" y="126"/>
                </a:cubicBezTo>
                <a:cubicBezTo>
                  <a:pt x="1732" y="122"/>
                  <a:pt x="1737" y="119"/>
                  <a:pt x="1743" y="116"/>
                </a:cubicBezTo>
                <a:cubicBezTo>
                  <a:pt x="1749" y="114"/>
                  <a:pt x="1756" y="113"/>
                  <a:pt x="1763" y="113"/>
                </a:cubicBezTo>
                <a:cubicBezTo>
                  <a:pt x="1773" y="113"/>
                  <a:pt x="1781" y="115"/>
                  <a:pt x="1788" y="118"/>
                </a:cubicBezTo>
                <a:cubicBezTo>
                  <a:pt x="1784" y="144"/>
                  <a:pt x="1784" y="144"/>
                  <a:pt x="1784" y="144"/>
                </a:cubicBezTo>
                <a:cubicBezTo>
                  <a:pt x="1782" y="143"/>
                  <a:pt x="1779" y="142"/>
                  <a:pt x="1775" y="141"/>
                </a:cubicBezTo>
                <a:cubicBezTo>
                  <a:pt x="1772" y="141"/>
                  <a:pt x="1769" y="140"/>
                  <a:pt x="1767" y="140"/>
                </a:cubicBezTo>
                <a:cubicBezTo>
                  <a:pt x="1760" y="140"/>
                  <a:pt x="1755" y="142"/>
                  <a:pt x="1751" y="146"/>
                </a:cubicBezTo>
                <a:cubicBezTo>
                  <a:pt x="1747" y="149"/>
                  <a:pt x="1745" y="154"/>
                  <a:pt x="1745" y="160"/>
                </a:cubicBezTo>
                <a:cubicBezTo>
                  <a:pt x="1745" y="166"/>
                  <a:pt x="1747" y="170"/>
                  <a:pt x="1751" y="174"/>
                </a:cubicBezTo>
                <a:cubicBezTo>
                  <a:pt x="1755" y="177"/>
                  <a:pt x="1760" y="179"/>
                  <a:pt x="1767" y="179"/>
                </a:cubicBezTo>
                <a:cubicBezTo>
                  <a:pt x="1770" y="179"/>
                  <a:pt x="1772" y="179"/>
                  <a:pt x="1775" y="178"/>
                </a:cubicBezTo>
                <a:cubicBezTo>
                  <a:pt x="1778" y="178"/>
                  <a:pt x="1780" y="177"/>
                  <a:pt x="1782" y="176"/>
                </a:cubicBezTo>
                <a:lnTo>
                  <a:pt x="1794" y="198"/>
                </a:lnTo>
                <a:close/>
                <a:moveTo>
                  <a:pt x="1656" y="179"/>
                </a:moveTo>
                <a:cubicBezTo>
                  <a:pt x="1662" y="179"/>
                  <a:pt x="1666" y="177"/>
                  <a:pt x="1669" y="174"/>
                </a:cubicBezTo>
                <a:cubicBezTo>
                  <a:pt x="1673" y="170"/>
                  <a:pt x="1674" y="165"/>
                  <a:pt x="1674" y="160"/>
                </a:cubicBezTo>
                <a:cubicBezTo>
                  <a:pt x="1674" y="154"/>
                  <a:pt x="1673" y="149"/>
                  <a:pt x="1669" y="145"/>
                </a:cubicBezTo>
                <a:cubicBezTo>
                  <a:pt x="1666" y="142"/>
                  <a:pt x="1662" y="140"/>
                  <a:pt x="1656" y="140"/>
                </a:cubicBezTo>
                <a:cubicBezTo>
                  <a:pt x="1651" y="140"/>
                  <a:pt x="1647" y="142"/>
                  <a:pt x="1643" y="145"/>
                </a:cubicBezTo>
                <a:cubicBezTo>
                  <a:pt x="1640" y="149"/>
                  <a:pt x="1638" y="154"/>
                  <a:pt x="1638" y="160"/>
                </a:cubicBezTo>
                <a:cubicBezTo>
                  <a:pt x="1638" y="165"/>
                  <a:pt x="1640" y="170"/>
                  <a:pt x="1643" y="174"/>
                </a:cubicBezTo>
                <a:cubicBezTo>
                  <a:pt x="1647" y="177"/>
                  <a:pt x="1651" y="179"/>
                  <a:pt x="1656" y="179"/>
                </a:cubicBezTo>
                <a:moveTo>
                  <a:pt x="1648" y="207"/>
                </a:moveTo>
                <a:cubicBezTo>
                  <a:pt x="1642" y="207"/>
                  <a:pt x="1637" y="206"/>
                  <a:pt x="1632" y="203"/>
                </a:cubicBezTo>
                <a:cubicBezTo>
                  <a:pt x="1627" y="201"/>
                  <a:pt x="1622" y="198"/>
                  <a:pt x="1619" y="194"/>
                </a:cubicBezTo>
                <a:cubicBezTo>
                  <a:pt x="1615" y="189"/>
                  <a:pt x="1613" y="185"/>
                  <a:pt x="1611" y="179"/>
                </a:cubicBezTo>
                <a:cubicBezTo>
                  <a:pt x="1609" y="173"/>
                  <a:pt x="1608" y="167"/>
                  <a:pt x="1608" y="160"/>
                </a:cubicBezTo>
                <a:cubicBezTo>
                  <a:pt x="1608" y="153"/>
                  <a:pt x="1609" y="147"/>
                  <a:pt x="1611" y="141"/>
                </a:cubicBezTo>
                <a:cubicBezTo>
                  <a:pt x="1613" y="135"/>
                  <a:pt x="1616" y="130"/>
                  <a:pt x="1619" y="126"/>
                </a:cubicBezTo>
                <a:cubicBezTo>
                  <a:pt x="1623" y="122"/>
                  <a:pt x="1627" y="119"/>
                  <a:pt x="1633" y="116"/>
                </a:cubicBezTo>
                <a:cubicBezTo>
                  <a:pt x="1638" y="114"/>
                  <a:pt x="1643" y="113"/>
                  <a:pt x="1649" y="113"/>
                </a:cubicBezTo>
                <a:cubicBezTo>
                  <a:pt x="1654" y="113"/>
                  <a:pt x="1659" y="114"/>
                  <a:pt x="1663" y="116"/>
                </a:cubicBezTo>
                <a:cubicBezTo>
                  <a:pt x="1668" y="118"/>
                  <a:pt x="1671" y="122"/>
                  <a:pt x="1674" y="126"/>
                </a:cubicBezTo>
                <a:cubicBezTo>
                  <a:pt x="1674" y="115"/>
                  <a:pt x="1674" y="115"/>
                  <a:pt x="1674" y="115"/>
                </a:cubicBezTo>
                <a:cubicBezTo>
                  <a:pt x="1703" y="115"/>
                  <a:pt x="1703" y="115"/>
                  <a:pt x="1703" y="115"/>
                </a:cubicBezTo>
                <a:cubicBezTo>
                  <a:pt x="1703" y="204"/>
                  <a:pt x="1703" y="204"/>
                  <a:pt x="1703" y="204"/>
                </a:cubicBezTo>
                <a:cubicBezTo>
                  <a:pt x="1674" y="204"/>
                  <a:pt x="1674" y="204"/>
                  <a:pt x="1674" y="204"/>
                </a:cubicBezTo>
                <a:cubicBezTo>
                  <a:pt x="1674" y="194"/>
                  <a:pt x="1674" y="194"/>
                  <a:pt x="1674" y="194"/>
                </a:cubicBezTo>
                <a:cubicBezTo>
                  <a:pt x="1671" y="198"/>
                  <a:pt x="1668" y="201"/>
                  <a:pt x="1663" y="203"/>
                </a:cubicBezTo>
                <a:cubicBezTo>
                  <a:pt x="1659" y="206"/>
                  <a:pt x="1654" y="207"/>
                  <a:pt x="1648" y="207"/>
                </a:cubicBezTo>
                <a:moveTo>
                  <a:pt x="1549" y="179"/>
                </a:moveTo>
                <a:cubicBezTo>
                  <a:pt x="1554" y="179"/>
                  <a:pt x="1559" y="177"/>
                  <a:pt x="1562" y="174"/>
                </a:cubicBezTo>
                <a:cubicBezTo>
                  <a:pt x="1565" y="170"/>
                  <a:pt x="1567" y="165"/>
                  <a:pt x="1567" y="160"/>
                </a:cubicBezTo>
                <a:cubicBezTo>
                  <a:pt x="1567" y="154"/>
                  <a:pt x="1565" y="149"/>
                  <a:pt x="1562" y="145"/>
                </a:cubicBezTo>
                <a:cubicBezTo>
                  <a:pt x="1559" y="142"/>
                  <a:pt x="1554" y="140"/>
                  <a:pt x="1549" y="140"/>
                </a:cubicBezTo>
                <a:cubicBezTo>
                  <a:pt x="1544" y="140"/>
                  <a:pt x="1540" y="142"/>
                  <a:pt x="1536" y="145"/>
                </a:cubicBezTo>
                <a:cubicBezTo>
                  <a:pt x="1533" y="149"/>
                  <a:pt x="1531" y="154"/>
                  <a:pt x="1531" y="160"/>
                </a:cubicBezTo>
                <a:cubicBezTo>
                  <a:pt x="1531" y="165"/>
                  <a:pt x="1533" y="170"/>
                  <a:pt x="1536" y="174"/>
                </a:cubicBezTo>
                <a:cubicBezTo>
                  <a:pt x="1540" y="177"/>
                  <a:pt x="1544" y="179"/>
                  <a:pt x="1549" y="179"/>
                </a:cubicBezTo>
                <a:moveTo>
                  <a:pt x="1502" y="115"/>
                </a:moveTo>
                <a:cubicBezTo>
                  <a:pt x="1531" y="115"/>
                  <a:pt x="1531" y="115"/>
                  <a:pt x="1531" y="115"/>
                </a:cubicBezTo>
                <a:cubicBezTo>
                  <a:pt x="1531" y="125"/>
                  <a:pt x="1531" y="125"/>
                  <a:pt x="1531" y="125"/>
                </a:cubicBezTo>
                <a:cubicBezTo>
                  <a:pt x="1534" y="121"/>
                  <a:pt x="1538" y="118"/>
                  <a:pt x="1542" y="116"/>
                </a:cubicBezTo>
                <a:cubicBezTo>
                  <a:pt x="1547" y="114"/>
                  <a:pt x="1552" y="113"/>
                  <a:pt x="1558" y="113"/>
                </a:cubicBezTo>
                <a:cubicBezTo>
                  <a:pt x="1563" y="113"/>
                  <a:pt x="1569" y="114"/>
                  <a:pt x="1574" y="116"/>
                </a:cubicBezTo>
                <a:cubicBezTo>
                  <a:pt x="1579" y="118"/>
                  <a:pt x="1583" y="122"/>
                  <a:pt x="1587" y="126"/>
                </a:cubicBezTo>
                <a:cubicBezTo>
                  <a:pt x="1590" y="130"/>
                  <a:pt x="1593" y="135"/>
                  <a:pt x="1595" y="140"/>
                </a:cubicBezTo>
                <a:cubicBezTo>
                  <a:pt x="1597" y="146"/>
                  <a:pt x="1598" y="152"/>
                  <a:pt x="1598" y="159"/>
                </a:cubicBezTo>
                <a:cubicBezTo>
                  <a:pt x="1598" y="166"/>
                  <a:pt x="1597" y="172"/>
                  <a:pt x="1595" y="178"/>
                </a:cubicBezTo>
                <a:cubicBezTo>
                  <a:pt x="1593" y="184"/>
                  <a:pt x="1590" y="189"/>
                  <a:pt x="1586" y="193"/>
                </a:cubicBezTo>
                <a:cubicBezTo>
                  <a:pt x="1582" y="197"/>
                  <a:pt x="1578" y="201"/>
                  <a:pt x="1573" y="203"/>
                </a:cubicBezTo>
                <a:cubicBezTo>
                  <a:pt x="1568" y="205"/>
                  <a:pt x="1563" y="207"/>
                  <a:pt x="1557" y="207"/>
                </a:cubicBezTo>
                <a:cubicBezTo>
                  <a:pt x="1552" y="207"/>
                  <a:pt x="1547" y="206"/>
                  <a:pt x="1543" y="204"/>
                </a:cubicBezTo>
                <a:cubicBezTo>
                  <a:pt x="1539" y="202"/>
                  <a:pt x="1536" y="199"/>
                  <a:pt x="1533" y="196"/>
                </a:cubicBezTo>
                <a:cubicBezTo>
                  <a:pt x="1533" y="243"/>
                  <a:pt x="1533" y="243"/>
                  <a:pt x="1533" y="243"/>
                </a:cubicBezTo>
                <a:cubicBezTo>
                  <a:pt x="1502" y="243"/>
                  <a:pt x="1502" y="243"/>
                  <a:pt x="1502" y="243"/>
                </a:cubicBezTo>
                <a:lnTo>
                  <a:pt x="1502" y="115"/>
                </a:lnTo>
                <a:close/>
                <a:moveTo>
                  <a:pt x="1455" y="135"/>
                </a:moveTo>
                <a:cubicBezTo>
                  <a:pt x="1449" y="135"/>
                  <a:pt x="1445" y="137"/>
                  <a:pt x="1445" y="140"/>
                </a:cubicBezTo>
                <a:cubicBezTo>
                  <a:pt x="1445" y="142"/>
                  <a:pt x="1446" y="144"/>
                  <a:pt x="1448" y="145"/>
                </a:cubicBezTo>
                <a:cubicBezTo>
                  <a:pt x="1450" y="146"/>
                  <a:pt x="1454" y="147"/>
                  <a:pt x="1459" y="148"/>
                </a:cubicBezTo>
                <a:cubicBezTo>
                  <a:pt x="1469" y="151"/>
                  <a:pt x="1477" y="154"/>
                  <a:pt x="1482" y="159"/>
                </a:cubicBezTo>
                <a:cubicBezTo>
                  <a:pt x="1487" y="164"/>
                  <a:pt x="1489" y="170"/>
                  <a:pt x="1489" y="179"/>
                </a:cubicBezTo>
                <a:cubicBezTo>
                  <a:pt x="1489" y="187"/>
                  <a:pt x="1486" y="194"/>
                  <a:pt x="1479" y="199"/>
                </a:cubicBezTo>
                <a:cubicBezTo>
                  <a:pt x="1472" y="204"/>
                  <a:pt x="1462" y="207"/>
                  <a:pt x="1449" y="207"/>
                </a:cubicBezTo>
                <a:cubicBezTo>
                  <a:pt x="1442" y="207"/>
                  <a:pt x="1436" y="206"/>
                  <a:pt x="1429" y="204"/>
                </a:cubicBezTo>
                <a:cubicBezTo>
                  <a:pt x="1423" y="203"/>
                  <a:pt x="1418" y="201"/>
                  <a:pt x="1414" y="198"/>
                </a:cubicBezTo>
                <a:cubicBezTo>
                  <a:pt x="1424" y="180"/>
                  <a:pt x="1424" y="180"/>
                  <a:pt x="1424" y="180"/>
                </a:cubicBezTo>
                <a:cubicBezTo>
                  <a:pt x="1427" y="181"/>
                  <a:pt x="1431" y="182"/>
                  <a:pt x="1436" y="183"/>
                </a:cubicBezTo>
                <a:cubicBezTo>
                  <a:pt x="1440" y="184"/>
                  <a:pt x="1444" y="184"/>
                  <a:pt x="1447" y="184"/>
                </a:cubicBezTo>
                <a:cubicBezTo>
                  <a:pt x="1455" y="184"/>
                  <a:pt x="1458" y="182"/>
                  <a:pt x="1458" y="179"/>
                </a:cubicBezTo>
                <a:cubicBezTo>
                  <a:pt x="1458" y="178"/>
                  <a:pt x="1458" y="177"/>
                  <a:pt x="1458" y="176"/>
                </a:cubicBezTo>
                <a:cubicBezTo>
                  <a:pt x="1458" y="176"/>
                  <a:pt x="1457" y="175"/>
                  <a:pt x="1456" y="175"/>
                </a:cubicBezTo>
                <a:cubicBezTo>
                  <a:pt x="1455" y="174"/>
                  <a:pt x="1454" y="173"/>
                  <a:pt x="1452" y="173"/>
                </a:cubicBezTo>
                <a:cubicBezTo>
                  <a:pt x="1450" y="172"/>
                  <a:pt x="1448" y="172"/>
                  <a:pt x="1445" y="171"/>
                </a:cubicBezTo>
                <a:cubicBezTo>
                  <a:pt x="1440" y="170"/>
                  <a:pt x="1435" y="168"/>
                  <a:pt x="1432" y="166"/>
                </a:cubicBezTo>
                <a:cubicBezTo>
                  <a:pt x="1428" y="164"/>
                  <a:pt x="1425" y="162"/>
                  <a:pt x="1422" y="160"/>
                </a:cubicBezTo>
                <a:cubicBezTo>
                  <a:pt x="1420" y="157"/>
                  <a:pt x="1418" y="155"/>
                  <a:pt x="1417" y="152"/>
                </a:cubicBezTo>
                <a:cubicBezTo>
                  <a:pt x="1416" y="148"/>
                  <a:pt x="1415" y="145"/>
                  <a:pt x="1415" y="141"/>
                </a:cubicBezTo>
                <a:cubicBezTo>
                  <a:pt x="1415" y="132"/>
                  <a:pt x="1418" y="125"/>
                  <a:pt x="1425" y="120"/>
                </a:cubicBezTo>
                <a:cubicBezTo>
                  <a:pt x="1432" y="115"/>
                  <a:pt x="1441" y="113"/>
                  <a:pt x="1453" y="113"/>
                </a:cubicBezTo>
                <a:cubicBezTo>
                  <a:pt x="1459" y="113"/>
                  <a:pt x="1465" y="113"/>
                  <a:pt x="1471" y="115"/>
                </a:cubicBezTo>
                <a:cubicBezTo>
                  <a:pt x="1476" y="116"/>
                  <a:pt x="1481" y="117"/>
                  <a:pt x="1485" y="120"/>
                </a:cubicBezTo>
                <a:cubicBezTo>
                  <a:pt x="1482" y="142"/>
                  <a:pt x="1482" y="142"/>
                  <a:pt x="1482" y="142"/>
                </a:cubicBezTo>
                <a:cubicBezTo>
                  <a:pt x="1478" y="140"/>
                  <a:pt x="1473" y="138"/>
                  <a:pt x="1468" y="137"/>
                </a:cubicBezTo>
                <a:cubicBezTo>
                  <a:pt x="1464" y="136"/>
                  <a:pt x="1459" y="135"/>
                  <a:pt x="1455" y="135"/>
                </a:cubicBezTo>
                <a:moveTo>
                  <a:pt x="1356" y="181"/>
                </a:moveTo>
                <a:cubicBezTo>
                  <a:pt x="1362" y="181"/>
                  <a:pt x="1366" y="179"/>
                  <a:pt x="1370" y="175"/>
                </a:cubicBezTo>
                <a:cubicBezTo>
                  <a:pt x="1373" y="171"/>
                  <a:pt x="1375" y="166"/>
                  <a:pt x="1375" y="160"/>
                </a:cubicBezTo>
                <a:cubicBezTo>
                  <a:pt x="1375" y="153"/>
                  <a:pt x="1373" y="148"/>
                  <a:pt x="1370" y="144"/>
                </a:cubicBezTo>
                <a:cubicBezTo>
                  <a:pt x="1366" y="140"/>
                  <a:pt x="1362" y="139"/>
                  <a:pt x="1356" y="139"/>
                </a:cubicBezTo>
                <a:cubicBezTo>
                  <a:pt x="1350" y="139"/>
                  <a:pt x="1345" y="140"/>
                  <a:pt x="1342" y="144"/>
                </a:cubicBezTo>
                <a:cubicBezTo>
                  <a:pt x="1338" y="148"/>
                  <a:pt x="1337" y="153"/>
                  <a:pt x="1337" y="160"/>
                </a:cubicBezTo>
                <a:cubicBezTo>
                  <a:pt x="1337" y="166"/>
                  <a:pt x="1338" y="171"/>
                  <a:pt x="1342" y="175"/>
                </a:cubicBezTo>
                <a:cubicBezTo>
                  <a:pt x="1345" y="179"/>
                  <a:pt x="1350" y="181"/>
                  <a:pt x="1356" y="181"/>
                </a:cubicBezTo>
                <a:moveTo>
                  <a:pt x="1356" y="207"/>
                </a:moveTo>
                <a:cubicBezTo>
                  <a:pt x="1349" y="207"/>
                  <a:pt x="1342" y="205"/>
                  <a:pt x="1336" y="203"/>
                </a:cubicBezTo>
                <a:cubicBezTo>
                  <a:pt x="1330" y="201"/>
                  <a:pt x="1325" y="198"/>
                  <a:pt x="1321" y="193"/>
                </a:cubicBezTo>
                <a:cubicBezTo>
                  <a:pt x="1317" y="189"/>
                  <a:pt x="1313" y="184"/>
                  <a:pt x="1311" y="178"/>
                </a:cubicBezTo>
                <a:cubicBezTo>
                  <a:pt x="1308" y="173"/>
                  <a:pt x="1307" y="166"/>
                  <a:pt x="1307" y="160"/>
                </a:cubicBezTo>
                <a:cubicBezTo>
                  <a:pt x="1307" y="153"/>
                  <a:pt x="1308" y="147"/>
                  <a:pt x="1311" y="141"/>
                </a:cubicBezTo>
                <a:cubicBezTo>
                  <a:pt x="1313" y="135"/>
                  <a:pt x="1317" y="130"/>
                  <a:pt x="1321" y="126"/>
                </a:cubicBezTo>
                <a:cubicBezTo>
                  <a:pt x="1325" y="122"/>
                  <a:pt x="1331" y="118"/>
                  <a:pt x="1337" y="116"/>
                </a:cubicBezTo>
                <a:cubicBezTo>
                  <a:pt x="1342" y="114"/>
                  <a:pt x="1349" y="113"/>
                  <a:pt x="1356" y="113"/>
                </a:cubicBezTo>
                <a:cubicBezTo>
                  <a:pt x="1363" y="113"/>
                  <a:pt x="1369" y="114"/>
                  <a:pt x="1375" y="116"/>
                </a:cubicBezTo>
                <a:cubicBezTo>
                  <a:pt x="1381" y="118"/>
                  <a:pt x="1386" y="122"/>
                  <a:pt x="1391" y="126"/>
                </a:cubicBezTo>
                <a:cubicBezTo>
                  <a:pt x="1395" y="130"/>
                  <a:pt x="1398" y="135"/>
                  <a:pt x="1401" y="141"/>
                </a:cubicBezTo>
                <a:cubicBezTo>
                  <a:pt x="1403" y="147"/>
                  <a:pt x="1404" y="153"/>
                  <a:pt x="1404" y="160"/>
                </a:cubicBezTo>
                <a:cubicBezTo>
                  <a:pt x="1404" y="166"/>
                  <a:pt x="1403" y="173"/>
                  <a:pt x="1401" y="178"/>
                </a:cubicBezTo>
                <a:cubicBezTo>
                  <a:pt x="1398" y="184"/>
                  <a:pt x="1395" y="189"/>
                  <a:pt x="1391" y="193"/>
                </a:cubicBezTo>
                <a:cubicBezTo>
                  <a:pt x="1386" y="197"/>
                  <a:pt x="1381" y="201"/>
                  <a:pt x="1375" y="203"/>
                </a:cubicBezTo>
                <a:cubicBezTo>
                  <a:pt x="1369" y="205"/>
                  <a:pt x="1363" y="207"/>
                  <a:pt x="1356" y="207"/>
                </a:cubicBezTo>
                <a:moveTo>
                  <a:pt x="1239" y="115"/>
                </a:moveTo>
                <a:cubicBezTo>
                  <a:pt x="1269" y="115"/>
                  <a:pt x="1269" y="115"/>
                  <a:pt x="1269" y="115"/>
                </a:cubicBezTo>
                <a:cubicBezTo>
                  <a:pt x="1269" y="129"/>
                  <a:pt x="1269" y="129"/>
                  <a:pt x="1269" y="129"/>
                </a:cubicBezTo>
                <a:cubicBezTo>
                  <a:pt x="1271" y="124"/>
                  <a:pt x="1274" y="120"/>
                  <a:pt x="1278" y="118"/>
                </a:cubicBezTo>
                <a:cubicBezTo>
                  <a:pt x="1282" y="115"/>
                  <a:pt x="1286" y="114"/>
                  <a:pt x="1291" y="114"/>
                </a:cubicBezTo>
                <a:cubicBezTo>
                  <a:pt x="1295" y="114"/>
                  <a:pt x="1299" y="114"/>
                  <a:pt x="1301" y="116"/>
                </a:cubicBezTo>
                <a:cubicBezTo>
                  <a:pt x="1299" y="145"/>
                  <a:pt x="1299" y="145"/>
                  <a:pt x="1299" y="145"/>
                </a:cubicBezTo>
                <a:cubicBezTo>
                  <a:pt x="1297" y="144"/>
                  <a:pt x="1296" y="143"/>
                  <a:pt x="1293" y="143"/>
                </a:cubicBezTo>
                <a:cubicBezTo>
                  <a:pt x="1291" y="143"/>
                  <a:pt x="1289" y="142"/>
                  <a:pt x="1288" y="142"/>
                </a:cubicBezTo>
                <a:cubicBezTo>
                  <a:pt x="1276" y="142"/>
                  <a:pt x="1270" y="150"/>
                  <a:pt x="1270" y="166"/>
                </a:cubicBezTo>
                <a:cubicBezTo>
                  <a:pt x="1270" y="204"/>
                  <a:pt x="1270" y="204"/>
                  <a:pt x="1270" y="204"/>
                </a:cubicBezTo>
                <a:cubicBezTo>
                  <a:pt x="1239" y="204"/>
                  <a:pt x="1239" y="204"/>
                  <a:pt x="1239" y="204"/>
                </a:cubicBezTo>
                <a:lnTo>
                  <a:pt x="1239" y="115"/>
                </a:lnTo>
                <a:close/>
                <a:moveTo>
                  <a:pt x="1195" y="150"/>
                </a:moveTo>
                <a:cubicBezTo>
                  <a:pt x="1195" y="145"/>
                  <a:pt x="1193" y="142"/>
                  <a:pt x="1191" y="139"/>
                </a:cubicBezTo>
                <a:cubicBezTo>
                  <a:pt x="1188" y="136"/>
                  <a:pt x="1184" y="135"/>
                  <a:pt x="1180" y="135"/>
                </a:cubicBezTo>
                <a:cubicBezTo>
                  <a:pt x="1172" y="135"/>
                  <a:pt x="1166" y="140"/>
                  <a:pt x="1164" y="150"/>
                </a:cubicBezTo>
                <a:lnTo>
                  <a:pt x="1195" y="150"/>
                </a:lnTo>
                <a:close/>
                <a:moveTo>
                  <a:pt x="1224" y="197"/>
                </a:moveTo>
                <a:cubicBezTo>
                  <a:pt x="1219" y="200"/>
                  <a:pt x="1214" y="203"/>
                  <a:pt x="1208" y="204"/>
                </a:cubicBezTo>
                <a:cubicBezTo>
                  <a:pt x="1201" y="206"/>
                  <a:pt x="1195" y="207"/>
                  <a:pt x="1188" y="207"/>
                </a:cubicBezTo>
                <a:cubicBezTo>
                  <a:pt x="1180" y="207"/>
                  <a:pt x="1172" y="206"/>
                  <a:pt x="1166" y="203"/>
                </a:cubicBezTo>
                <a:cubicBezTo>
                  <a:pt x="1159" y="201"/>
                  <a:pt x="1153" y="198"/>
                  <a:pt x="1149" y="194"/>
                </a:cubicBezTo>
                <a:cubicBezTo>
                  <a:pt x="1144" y="190"/>
                  <a:pt x="1141" y="185"/>
                  <a:pt x="1138" y="179"/>
                </a:cubicBezTo>
                <a:cubicBezTo>
                  <a:pt x="1136" y="173"/>
                  <a:pt x="1134" y="167"/>
                  <a:pt x="1134" y="160"/>
                </a:cubicBezTo>
                <a:cubicBezTo>
                  <a:pt x="1134" y="153"/>
                  <a:pt x="1136" y="146"/>
                  <a:pt x="1138" y="141"/>
                </a:cubicBezTo>
                <a:cubicBezTo>
                  <a:pt x="1140" y="135"/>
                  <a:pt x="1143" y="130"/>
                  <a:pt x="1147" y="126"/>
                </a:cubicBezTo>
                <a:cubicBezTo>
                  <a:pt x="1151" y="122"/>
                  <a:pt x="1156" y="118"/>
                  <a:pt x="1162" y="116"/>
                </a:cubicBezTo>
                <a:cubicBezTo>
                  <a:pt x="1168" y="114"/>
                  <a:pt x="1174" y="113"/>
                  <a:pt x="1181" y="113"/>
                </a:cubicBezTo>
                <a:cubicBezTo>
                  <a:pt x="1187" y="113"/>
                  <a:pt x="1193" y="114"/>
                  <a:pt x="1199" y="116"/>
                </a:cubicBezTo>
                <a:cubicBezTo>
                  <a:pt x="1204" y="118"/>
                  <a:pt x="1209" y="121"/>
                  <a:pt x="1212" y="125"/>
                </a:cubicBezTo>
                <a:cubicBezTo>
                  <a:pt x="1216" y="128"/>
                  <a:pt x="1219" y="133"/>
                  <a:pt x="1221" y="138"/>
                </a:cubicBezTo>
                <a:cubicBezTo>
                  <a:pt x="1223" y="144"/>
                  <a:pt x="1224" y="150"/>
                  <a:pt x="1224" y="157"/>
                </a:cubicBezTo>
                <a:cubicBezTo>
                  <a:pt x="1224" y="161"/>
                  <a:pt x="1224" y="165"/>
                  <a:pt x="1223" y="168"/>
                </a:cubicBezTo>
                <a:cubicBezTo>
                  <a:pt x="1165" y="168"/>
                  <a:pt x="1165" y="168"/>
                  <a:pt x="1165" y="168"/>
                </a:cubicBezTo>
                <a:cubicBezTo>
                  <a:pt x="1168" y="178"/>
                  <a:pt x="1176" y="183"/>
                  <a:pt x="1191" y="183"/>
                </a:cubicBezTo>
                <a:cubicBezTo>
                  <a:pt x="1194" y="183"/>
                  <a:pt x="1198" y="182"/>
                  <a:pt x="1203" y="181"/>
                </a:cubicBezTo>
                <a:cubicBezTo>
                  <a:pt x="1207" y="180"/>
                  <a:pt x="1211" y="179"/>
                  <a:pt x="1214" y="178"/>
                </a:cubicBezTo>
                <a:lnTo>
                  <a:pt x="1224" y="197"/>
                </a:lnTo>
                <a:close/>
                <a:moveTo>
                  <a:pt x="1077" y="148"/>
                </a:moveTo>
                <a:cubicBezTo>
                  <a:pt x="1062" y="103"/>
                  <a:pt x="1062" y="103"/>
                  <a:pt x="1062" y="103"/>
                </a:cubicBezTo>
                <a:cubicBezTo>
                  <a:pt x="1047" y="148"/>
                  <a:pt x="1047" y="148"/>
                  <a:pt x="1047" y="148"/>
                </a:cubicBezTo>
                <a:lnTo>
                  <a:pt x="1077" y="148"/>
                </a:lnTo>
                <a:close/>
                <a:moveTo>
                  <a:pt x="1046" y="73"/>
                </a:moveTo>
                <a:cubicBezTo>
                  <a:pt x="1081" y="73"/>
                  <a:pt x="1081" y="73"/>
                  <a:pt x="1081" y="73"/>
                </a:cubicBezTo>
                <a:cubicBezTo>
                  <a:pt x="1133" y="204"/>
                  <a:pt x="1133" y="204"/>
                  <a:pt x="1133" y="204"/>
                </a:cubicBezTo>
                <a:cubicBezTo>
                  <a:pt x="1096" y="204"/>
                  <a:pt x="1096" y="204"/>
                  <a:pt x="1096" y="204"/>
                </a:cubicBezTo>
                <a:cubicBezTo>
                  <a:pt x="1086" y="174"/>
                  <a:pt x="1086" y="174"/>
                  <a:pt x="1086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29" y="204"/>
                  <a:pt x="1029" y="204"/>
                  <a:pt x="1029" y="204"/>
                </a:cubicBezTo>
                <a:cubicBezTo>
                  <a:pt x="995" y="204"/>
                  <a:pt x="995" y="204"/>
                  <a:pt x="995" y="204"/>
                </a:cubicBezTo>
                <a:lnTo>
                  <a:pt x="1046" y="73"/>
                </a:lnTo>
                <a:close/>
                <a:moveTo>
                  <a:pt x="921" y="135"/>
                </a:moveTo>
                <a:cubicBezTo>
                  <a:pt x="914" y="135"/>
                  <a:pt x="911" y="137"/>
                  <a:pt x="911" y="140"/>
                </a:cubicBezTo>
                <a:cubicBezTo>
                  <a:pt x="911" y="142"/>
                  <a:pt x="912" y="144"/>
                  <a:pt x="914" y="145"/>
                </a:cubicBezTo>
                <a:cubicBezTo>
                  <a:pt x="916" y="146"/>
                  <a:pt x="919" y="147"/>
                  <a:pt x="924" y="148"/>
                </a:cubicBezTo>
                <a:cubicBezTo>
                  <a:pt x="935" y="151"/>
                  <a:pt x="943" y="154"/>
                  <a:pt x="948" y="159"/>
                </a:cubicBezTo>
                <a:cubicBezTo>
                  <a:pt x="952" y="164"/>
                  <a:pt x="955" y="170"/>
                  <a:pt x="955" y="179"/>
                </a:cubicBezTo>
                <a:cubicBezTo>
                  <a:pt x="955" y="187"/>
                  <a:pt x="951" y="194"/>
                  <a:pt x="944" y="199"/>
                </a:cubicBezTo>
                <a:cubicBezTo>
                  <a:pt x="937" y="204"/>
                  <a:pt x="928" y="207"/>
                  <a:pt x="915" y="207"/>
                </a:cubicBezTo>
                <a:cubicBezTo>
                  <a:pt x="908" y="207"/>
                  <a:pt x="901" y="206"/>
                  <a:pt x="895" y="204"/>
                </a:cubicBezTo>
                <a:cubicBezTo>
                  <a:pt x="888" y="203"/>
                  <a:pt x="883" y="201"/>
                  <a:pt x="880" y="198"/>
                </a:cubicBezTo>
                <a:cubicBezTo>
                  <a:pt x="890" y="180"/>
                  <a:pt x="890" y="180"/>
                  <a:pt x="890" y="180"/>
                </a:cubicBezTo>
                <a:cubicBezTo>
                  <a:pt x="893" y="181"/>
                  <a:pt x="897" y="182"/>
                  <a:pt x="901" y="183"/>
                </a:cubicBezTo>
                <a:cubicBezTo>
                  <a:pt x="905" y="184"/>
                  <a:pt x="909" y="184"/>
                  <a:pt x="913" y="184"/>
                </a:cubicBezTo>
                <a:cubicBezTo>
                  <a:pt x="920" y="184"/>
                  <a:pt x="924" y="182"/>
                  <a:pt x="924" y="179"/>
                </a:cubicBezTo>
                <a:cubicBezTo>
                  <a:pt x="924" y="178"/>
                  <a:pt x="924" y="177"/>
                  <a:pt x="924" y="176"/>
                </a:cubicBezTo>
                <a:cubicBezTo>
                  <a:pt x="923" y="176"/>
                  <a:pt x="923" y="175"/>
                  <a:pt x="922" y="175"/>
                </a:cubicBezTo>
                <a:cubicBezTo>
                  <a:pt x="921" y="174"/>
                  <a:pt x="919" y="173"/>
                  <a:pt x="918" y="173"/>
                </a:cubicBezTo>
                <a:cubicBezTo>
                  <a:pt x="916" y="172"/>
                  <a:pt x="914" y="172"/>
                  <a:pt x="911" y="171"/>
                </a:cubicBezTo>
                <a:cubicBezTo>
                  <a:pt x="906" y="170"/>
                  <a:pt x="901" y="168"/>
                  <a:pt x="897" y="166"/>
                </a:cubicBezTo>
                <a:cubicBezTo>
                  <a:pt x="893" y="164"/>
                  <a:pt x="890" y="162"/>
                  <a:pt x="888" y="160"/>
                </a:cubicBezTo>
                <a:cubicBezTo>
                  <a:pt x="885" y="157"/>
                  <a:pt x="884" y="155"/>
                  <a:pt x="883" y="152"/>
                </a:cubicBezTo>
                <a:cubicBezTo>
                  <a:pt x="881" y="148"/>
                  <a:pt x="881" y="145"/>
                  <a:pt x="881" y="141"/>
                </a:cubicBezTo>
                <a:cubicBezTo>
                  <a:pt x="881" y="132"/>
                  <a:pt x="884" y="125"/>
                  <a:pt x="891" y="120"/>
                </a:cubicBezTo>
                <a:cubicBezTo>
                  <a:pt x="898" y="115"/>
                  <a:pt x="907" y="113"/>
                  <a:pt x="919" y="113"/>
                </a:cubicBezTo>
                <a:cubicBezTo>
                  <a:pt x="925" y="113"/>
                  <a:pt x="931" y="113"/>
                  <a:pt x="936" y="115"/>
                </a:cubicBezTo>
                <a:cubicBezTo>
                  <a:pt x="942" y="116"/>
                  <a:pt x="947" y="117"/>
                  <a:pt x="951" y="120"/>
                </a:cubicBezTo>
                <a:cubicBezTo>
                  <a:pt x="948" y="142"/>
                  <a:pt x="948" y="142"/>
                  <a:pt x="948" y="142"/>
                </a:cubicBezTo>
                <a:cubicBezTo>
                  <a:pt x="943" y="140"/>
                  <a:pt x="939" y="138"/>
                  <a:pt x="934" y="137"/>
                </a:cubicBezTo>
                <a:cubicBezTo>
                  <a:pt x="929" y="136"/>
                  <a:pt x="925" y="135"/>
                  <a:pt x="921" y="135"/>
                </a:cubicBezTo>
                <a:moveTo>
                  <a:pt x="780" y="115"/>
                </a:moveTo>
                <a:cubicBezTo>
                  <a:pt x="810" y="115"/>
                  <a:pt x="810" y="115"/>
                  <a:pt x="810" y="115"/>
                </a:cubicBezTo>
                <a:cubicBezTo>
                  <a:pt x="810" y="126"/>
                  <a:pt x="810" y="126"/>
                  <a:pt x="810" y="126"/>
                </a:cubicBezTo>
                <a:cubicBezTo>
                  <a:pt x="812" y="122"/>
                  <a:pt x="816" y="119"/>
                  <a:pt x="820" y="116"/>
                </a:cubicBezTo>
                <a:cubicBezTo>
                  <a:pt x="825" y="114"/>
                  <a:pt x="830" y="113"/>
                  <a:pt x="836" y="113"/>
                </a:cubicBezTo>
                <a:cubicBezTo>
                  <a:pt x="846" y="113"/>
                  <a:pt x="853" y="116"/>
                  <a:pt x="859" y="122"/>
                </a:cubicBezTo>
                <a:cubicBezTo>
                  <a:pt x="864" y="128"/>
                  <a:pt x="866" y="138"/>
                  <a:pt x="866" y="150"/>
                </a:cubicBezTo>
                <a:cubicBezTo>
                  <a:pt x="866" y="204"/>
                  <a:pt x="866" y="204"/>
                  <a:pt x="866" y="204"/>
                </a:cubicBezTo>
                <a:cubicBezTo>
                  <a:pt x="836" y="204"/>
                  <a:pt x="836" y="204"/>
                  <a:pt x="836" y="204"/>
                </a:cubicBezTo>
                <a:cubicBezTo>
                  <a:pt x="836" y="156"/>
                  <a:pt x="836" y="156"/>
                  <a:pt x="836" y="156"/>
                </a:cubicBezTo>
                <a:cubicBezTo>
                  <a:pt x="836" y="145"/>
                  <a:pt x="832" y="140"/>
                  <a:pt x="824" y="140"/>
                </a:cubicBezTo>
                <a:cubicBezTo>
                  <a:pt x="819" y="140"/>
                  <a:pt x="816" y="142"/>
                  <a:pt x="814" y="144"/>
                </a:cubicBezTo>
                <a:cubicBezTo>
                  <a:pt x="812" y="147"/>
                  <a:pt x="810" y="152"/>
                  <a:pt x="810" y="157"/>
                </a:cubicBezTo>
                <a:cubicBezTo>
                  <a:pt x="810" y="204"/>
                  <a:pt x="810" y="204"/>
                  <a:pt x="810" y="204"/>
                </a:cubicBezTo>
                <a:cubicBezTo>
                  <a:pt x="780" y="204"/>
                  <a:pt x="780" y="204"/>
                  <a:pt x="780" y="204"/>
                </a:cubicBezTo>
                <a:lnTo>
                  <a:pt x="780" y="115"/>
                </a:lnTo>
                <a:close/>
                <a:moveTo>
                  <a:pt x="729" y="115"/>
                </a:moveTo>
                <a:cubicBezTo>
                  <a:pt x="760" y="115"/>
                  <a:pt x="760" y="115"/>
                  <a:pt x="760" y="115"/>
                </a:cubicBezTo>
                <a:cubicBezTo>
                  <a:pt x="760" y="204"/>
                  <a:pt x="760" y="204"/>
                  <a:pt x="760" y="204"/>
                </a:cubicBezTo>
                <a:cubicBezTo>
                  <a:pt x="729" y="204"/>
                  <a:pt x="729" y="204"/>
                  <a:pt x="729" y="204"/>
                </a:cubicBezTo>
                <a:lnTo>
                  <a:pt x="729" y="115"/>
                </a:lnTo>
                <a:close/>
                <a:moveTo>
                  <a:pt x="744" y="101"/>
                </a:moveTo>
                <a:cubicBezTo>
                  <a:pt x="739" y="101"/>
                  <a:pt x="735" y="100"/>
                  <a:pt x="732" y="97"/>
                </a:cubicBezTo>
                <a:cubicBezTo>
                  <a:pt x="729" y="94"/>
                  <a:pt x="727" y="90"/>
                  <a:pt x="727" y="85"/>
                </a:cubicBezTo>
                <a:cubicBezTo>
                  <a:pt x="727" y="80"/>
                  <a:pt x="729" y="76"/>
                  <a:pt x="732" y="73"/>
                </a:cubicBezTo>
                <a:cubicBezTo>
                  <a:pt x="735" y="70"/>
                  <a:pt x="739" y="68"/>
                  <a:pt x="744" y="68"/>
                </a:cubicBezTo>
                <a:cubicBezTo>
                  <a:pt x="749" y="68"/>
                  <a:pt x="753" y="70"/>
                  <a:pt x="757" y="73"/>
                </a:cubicBezTo>
                <a:cubicBezTo>
                  <a:pt x="760" y="76"/>
                  <a:pt x="762" y="80"/>
                  <a:pt x="762" y="85"/>
                </a:cubicBezTo>
                <a:cubicBezTo>
                  <a:pt x="762" y="90"/>
                  <a:pt x="760" y="94"/>
                  <a:pt x="757" y="97"/>
                </a:cubicBezTo>
                <a:cubicBezTo>
                  <a:pt x="753" y="100"/>
                  <a:pt x="749" y="101"/>
                  <a:pt x="744" y="101"/>
                </a:cubicBezTo>
                <a:moveTo>
                  <a:pt x="676" y="73"/>
                </a:moveTo>
                <a:cubicBezTo>
                  <a:pt x="707" y="73"/>
                  <a:pt x="707" y="73"/>
                  <a:pt x="707" y="73"/>
                </a:cubicBezTo>
                <a:cubicBezTo>
                  <a:pt x="707" y="204"/>
                  <a:pt x="707" y="204"/>
                  <a:pt x="707" y="204"/>
                </a:cubicBezTo>
                <a:cubicBezTo>
                  <a:pt x="676" y="204"/>
                  <a:pt x="676" y="204"/>
                  <a:pt x="676" y="204"/>
                </a:cubicBezTo>
                <a:lnTo>
                  <a:pt x="676" y="73"/>
                </a:lnTo>
                <a:close/>
                <a:moveTo>
                  <a:pt x="625" y="73"/>
                </a:moveTo>
                <a:cubicBezTo>
                  <a:pt x="656" y="73"/>
                  <a:pt x="656" y="73"/>
                  <a:pt x="656" y="73"/>
                </a:cubicBezTo>
                <a:cubicBezTo>
                  <a:pt x="656" y="204"/>
                  <a:pt x="656" y="204"/>
                  <a:pt x="656" y="204"/>
                </a:cubicBezTo>
                <a:cubicBezTo>
                  <a:pt x="625" y="204"/>
                  <a:pt x="625" y="204"/>
                  <a:pt x="625" y="204"/>
                </a:cubicBezTo>
                <a:lnTo>
                  <a:pt x="625" y="73"/>
                </a:lnTo>
                <a:close/>
                <a:moveTo>
                  <a:pt x="564" y="181"/>
                </a:moveTo>
                <a:cubicBezTo>
                  <a:pt x="570" y="181"/>
                  <a:pt x="574" y="179"/>
                  <a:pt x="578" y="175"/>
                </a:cubicBezTo>
                <a:cubicBezTo>
                  <a:pt x="581" y="171"/>
                  <a:pt x="583" y="166"/>
                  <a:pt x="583" y="160"/>
                </a:cubicBezTo>
                <a:cubicBezTo>
                  <a:pt x="583" y="153"/>
                  <a:pt x="581" y="148"/>
                  <a:pt x="578" y="144"/>
                </a:cubicBezTo>
                <a:cubicBezTo>
                  <a:pt x="574" y="140"/>
                  <a:pt x="570" y="139"/>
                  <a:pt x="564" y="139"/>
                </a:cubicBezTo>
                <a:cubicBezTo>
                  <a:pt x="558" y="139"/>
                  <a:pt x="553" y="140"/>
                  <a:pt x="550" y="144"/>
                </a:cubicBezTo>
                <a:cubicBezTo>
                  <a:pt x="546" y="148"/>
                  <a:pt x="544" y="153"/>
                  <a:pt x="544" y="160"/>
                </a:cubicBezTo>
                <a:cubicBezTo>
                  <a:pt x="544" y="166"/>
                  <a:pt x="546" y="171"/>
                  <a:pt x="550" y="175"/>
                </a:cubicBezTo>
                <a:cubicBezTo>
                  <a:pt x="553" y="179"/>
                  <a:pt x="558" y="181"/>
                  <a:pt x="564" y="181"/>
                </a:cubicBezTo>
                <a:moveTo>
                  <a:pt x="564" y="207"/>
                </a:moveTo>
                <a:cubicBezTo>
                  <a:pt x="557" y="207"/>
                  <a:pt x="550" y="205"/>
                  <a:pt x="544" y="203"/>
                </a:cubicBezTo>
                <a:cubicBezTo>
                  <a:pt x="538" y="200"/>
                  <a:pt x="533" y="197"/>
                  <a:pt x="529" y="192"/>
                </a:cubicBezTo>
                <a:cubicBezTo>
                  <a:pt x="524" y="188"/>
                  <a:pt x="521" y="183"/>
                  <a:pt x="518" y="177"/>
                </a:cubicBezTo>
                <a:cubicBezTo>
                  <a:pt x="516" y="171"/>
                  <a:pt x="515" y="164"/>
                  <a:pt x="515" y="158"/>
                </a:cubicBezTo>
                <a:cubicBezTo>
                  <a:pt x="515" y="151"/>
                  <a:pt x="516" y="145"/>
                  <a:pt x="518" y="139"/>
                </a:cubicBezTo>
                <a:cubicBezTo>
                  <a:pt x="521" y="134"/>
                  <a:pt x="524" y="129"/>
                  <a:pt x="529" y="125"/>
                </a:cubicBezTo>
                <a:cubicBezTo>
                  <a:pt x="533" y="121"/>
                  <a:pt x="538" y="118"/>
                  <a:pt x="544" y="116"/>
                </a:cubicBezTo>
                <a:cubicBezTo>
                  <a:pt x="550" y="114"/>
                  <a:pt x="557" y="113"/>
                  <a:pt x="564" y="113"/>
                </a:cubicBezTo>
                <a:cubicBezTo>
                  <a:pt x="571" y="113"/>
                  <a:pt x="577" y="114"/>
                  <a:pt x="583" y="116"/>
                </a:cubicBezTo>
                <a:cubicBezTo>
                  <a:pt x="589" y="118"/>
                  <a:pt x="594" y="122"/>
                  <a:pt x="599" y="126"/>
                </a:cubicBezTo>
                <a:cubicBezTo>
                  <a:pt x="603" y="130"/>
                  <a:pt x="606" y="135"/>
                  <a:pt x="609" y="141"/>
                </a:cubicBezTo>
                <a:cubicBezTo>
                  <a:pt x="611" y="147"/>
                  <a:pt x="612" y="153"/>
                  <a:pt x="612" y="160"/>
                </a:cubicBezTo>
                <a:cubicBezTo>
                  <a:pt x="612" y="166"/>
                  <a:pt x="611" y="173"/>
                  <a:pt x="609" y="178"/>
                </a:cubicBezTo>
                <a:cubicBezTo>
                  <a:pt x="606" y="184"/>
                  <a:pt x="603" y="189"/>
                  <a:pt x="599" y="193"/>
                </a:cubicBezTo>
                <a:cubicBezTo>
                  <a:pt x="594" y="197"/>
                  <a:pt x="589" y="201"/>
                  <a:pt x="583" y="203"/>
                </a:cubicBezTo>
                <a:cubicBezTo>
                  <a:pt x="577" y="205"/>
                  <a:pt x="571" y="207"/>
                  <a:pt x="564" y="207"/>
                </a:cubicBezTo>
                <a:moveTo>
                  <a:pt x="507" y="192"/>
                </a:moveTo>
                <a:cubicBezTo>
                  <a:pt x="501" y="196"/>
                  <a:pt x="494" y="200"/>
                  <a:pt x="486" y="202"/>
                </a:cubicBezTo>
                <a:cubicBezTo>
                  <a:pt x="478" y="205"/>
                  <a:pt x="469" y="206"/>
                  <a:pt x="460" y="206"/>
                </a:cubicBezTo>
                <a:cubicBezTo>
                  <a:pt x="450" y="206"/>
                  <a:pt x="440" y="204"/>
                  <a:pt x="432" y="201"/>
                </a:cubicBezTo>
                <a:cubicBezTo>
                  <a:pt x="424" y="198"/>
                  <a:pt x="417" y="194"/>
                  <a:pt x="411" y="188"/>
                </a:cubicBezTo>
                <a:cubicBezTo>
                  <a:pt x="405" y="183"/>
                  <a:pt x="401" y="176"/>
                  <a:pt x="398" y="167"/>
                </a:cubicBezTo>
                <a:cubicBezTo>
                  <a:pt x="394" y="159"/>
                  <a:pt x="393" y="150"/>
                  <a:pt x="393" y="139"/>
                </a:cubicBezTo>
                <a:cubicBezTo>
                  <a:pt x="393" y="129"/>
                  <a:pt x="395" y="120"/>
                  <a:pt x="398" y="112"/>
                </a:cubicBezTo>
                <a:cubicBezTo>
                  <a:pt x="402" y="104"/>
                  <a:pt x="406" y="96"/>
                  <a:pt x="413" y="90"/>
                </a:cubicBezTo>
                <a:cubicBezTo>
                  <a:pt x="419" y="85"/>
                  <a:pt x="427" y="80"/>
                  <a:pt x="435" y="77"/>
                </a:cubicBezTo>
                <a:cubicBezTo>
                  <a:pt x="444" y="73"/>
                  <a:pt x="454" y="72"/>
                  <a:pt x="464" y="72"/>
                </a:cubicBezTo>
                <a:cubicBezTo>
                  <a:pt x="468" y="72"/>
                  <a:pt x="472" y="72"/>
                  <a:pt x="476" y="72"/>
                </a:cubicBezTo>
                <a:cubicBezTo>
                  <a:pt x="480" y="73"/>
                  <a:pt x="484" y="74"/>
                  <a:pt x="487" y="75"/>
                </a:cubicBezTo>
                <a:cubicBezTo>
                  <a:pt x="491" y="76"/>
                  <a:pt x="495" y="77"/>
                  <a:pt x="498" y="78"/>
                </a:cubicBezTo>
                <a:cubicBezTo>
                  <a:pt x="501" y="79"/>
                  <a:pt x="504" y="81"/>
                  <a:pt x="507" y="82"/>
                </a:cubicBezTo>
                <a:cubicBezTo>
                  <a:pt x="493" y="109"/>
                  <a:pt x="493" y="109"/>
                  <a:pt x="493" y="109"/>
                </a:cubicBezTo>
                <a:cubicBezTo>
                  <a:pt x="490" y="108"/>
                  <a:pt x="488" y="107"/>
                  <a:pt x="486" y="106"/>
                </a:cubicBezTo>
                <a:cubicBezTo>
                  <a:pt x="484" y="105"/>
                  <a:pt x="482" y="104"/>
                  <a:pt x="480" y="104"/>
                </a:cubicBezTo>
                <a:cubicBezTo>
                  <a:pt x="478" y="103"/>
                  <a:pt x="476" y="103"/>
                  <a:pt x="474" y="102"/>
                </a:cubicBezTo>
                <a:cubicBezTo>
                  <a:pt x="472" y="102"/>
                  <a:pt x="469" y="102"/>
                  <a:pt x="466" y="102"/>
                </a:cubicBezTo>
                <a:cubicBezTo>
                  <a:pt x="455" y="102"/>
                  <a:pt x="445" y="105"/>
                  <a:pt x="439" y="112"/>
                </a:cubicBezTo>
                <a:cubicBezTo>
                  <a:pt x="432" y="118"/>
                  <a:pt x="428" y="127"/>
                  <a:pt x="428" y="139"/>
                </a:cubicBezTo>
                <a:cubicBezTo>
                  <a:pt x="428" y="144"/>
                  <a:pt x="429" y="149"/>
                  <a:pt x="431" y="154"/>
                </a:cubicBezTo>
                <a:cubicBezTo>
                  <a:pt x="433" y="158"/>
                  <a:pt x="435" y="162"/>
                  <a:pt x="438" y="165"/>
                </a:cubicBezTo>
                <a:cubicBezTo>
                  <a:pt x="441" y="168"/>
                  <a:pt x="445" y="171"/>
                  <a:pt x="449" y="173"/>
                </a:cubicBezTo>
                <a:cubicBezTo>
                  <a:pt x="454" y="175"/>
                  <a:pt x="459" y="175"/>
                  <a:pt x="464" y="175"/>
                </a:cubicBezTo>
                <a:cubicBezTo>
                  <a:pt x="469" y="175"/>
                  <a:pt x="474" y="175"/>
                  <a:pt x="479" y="173"/>
                </a:cubicBezTo>
                <a:cubicBezTo>
                  <a:pt x="484" y="171"/>
                  <a:pt x="489" y="168"/>
                  <a:pt x="493" y="165"/>
                </a:cubicBezTo>
                <a:lnTo>
                  <a:pt x="507" y="192"/>
                </a:lnTo>
                <a:close/>
                <a:moveTo>
                  <a:pt x="126" y="2"/>
                </a:moveTo>
                <a:cubicBezTo>
                  <a:pt x="130" y="1"/>
                  <a:pt x="133" y="1"/>
                  <a:pt x="137" y="0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50" y="96"/>
                  <a:pt x="146" y="96"/>
                  <a:pt x="143" y="97"/>
                </a:cubicBezTo>
                <a:lnTo>
                  <a:pt x="126" y="2"/>
                </a:lnTo>
                <a:close/>
                <a:moveTo>
                  <a:pt x="122" y="107"/>
                </a:moveTo>
                <a:cubicBezTo>
                  <a:pt x="126" y="105"/>
                  <a:pt x="129" y="102"/>
                  <a:pt x="133" y="101"/>
                </a:cubicBezTo>
                <a:cubicBezTo>
                  <a:pt x="85" y="17"/>
                  <a:pt x="85" y="17"/>
                  <a:pt x="85" y="17"/>
                </a:cubicBezTo>
                <a:cubicBezTo>
                  <a:pt x="82" y="19"/>
                  <a:pt x="78" y="21"/>
                  <a:pt x="74" y="24"/>
                </a:cubicBezTo>
                <a:lnTo>
                  <a:pt x="122" y="107"/>
                </a:lnTo>
                <a:close/>
                <a:moveTo>
                  <a:pt x="95" y="160"/>
                </a:moveTo>
                <a:cubicBezTo>
                  <a:pt x="95" y="156"/>
                  <a:pt x="95" y="153"/>
                  <a:pt x="96" y="14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2"/>
                  <a:pt x="0" y="156"/>
                  <a:pt x="0" y="159"/>
                </a:cubicBezTo>
                <a:cubicBezTo>
                  <a:pt x="0" y="162"/>
                  <a:pt x="0" y="165"/>
                  <a:pt x="0" y="169"/>
                </a:cubicBezTo>
                <a:cubicBezTo>
                  <a:pt x="95" y="169"/>
                  <a:pt x="95" y="169"/>
                  <a:pt x="95" y="169"/>
                </a:cubicBezTo>
                <a:cubicBezTo>
                  <a:pt x="95" y="166"/>
                  <a:pt x="95" y="163"/>
                  <a:pt x="95" y="160"/>
                </a:cubicBezTo>
                <a:moveTo>
                  <a:pt x="224" y="160"/>
                </a:moveTo>
                <a:cubicBezTo>
                  <a:pt x="224" y="195"/>
                  <a:pt x="195" y="224"/>
                  <a:pt x="159" y="224"/>
                </a:cubicBezTo>
                <a:cubicBezTo>
                  <a:pt x="128" y="224"/>
                  <a:pt x="101" y="201"/>
                  <a:pt x="96" y="171"/>
                </a:cubicBezTo>
                <a:cubicBezTo>
                  <a:pt x="6" y="203"/>
                  <a:pt x="6" y="203"/>
                  <a:pt x="6" y="203"/>
                </a:cubicBezTo>
                <a:cubicBezTo>
                  <a:pt x="8" y="210"/>
                  <a:pt x="11" y="217"/>
                  <a:pt x="14" y="224"/>
                </a:cubicBezTo>
                <a:cubicBezTo>
                  <a:pt x="103" y="191"/>
                  <a:pt x="103" y="191"/>
                  <a:pt x="103" y="191"/>
                </a:cubicBezTo>
                <a:cubicBezTo>
                  <a:pt x="30" y="253"/>
                  <a:pt x="30" y="253"/>
                  <a:pt x="30" y="253"/>
                </a:cubicBezTo>
                <a:cubicBezTo>
                  <a:pt x="34" y="259"/>
                  <a:pt x="40" y="265"/>
                  <a:pt x="45" y="271"/>
                </a:cubicBezTo>
                <a:cubicBezTo>
                  <a:pt x="113" y="213"/>
                  <a:pt x="113" y="213"/>
                  <a:pt x="113" y="213"/>
                </a:cubicBezTo>
                <a:cubicBezTo>
                  <a:pt x="69" y="291"/>
                  <a:pt x="69" y="291"/>
                  <a:pt x="69" y="291"/>
                </a:cubicBezTo>
                <a:cubicBezTo>
                  <a:pt x="76" y="296"/>
                  <a:pt x="83" y="300"/>
                  <a:pt x="91" y="304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18" y="314"/>
                  <a:pt x="118" y="314"/>
                  <a:pt x="118" y="314"/>
                </a:cubicBezTo>
                <a:cubicBezTo>
                  <a:pt x="127" y="317"/>
                  <a:pt x="136" y="318"/>
                  <a:pt x="146" y="319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73" y="319"/>
                  <a:pt x="173" y="319"/>
                  <a:pt x="173" y="319"/>
                </a:cubicBezTo>
                <a:cubicBezTo>
                  <a:pt x="183" y="318"/>
                  <a:pt x="192" y="317"/>
                  <a:pt x="202" y="314"/>
                </a:cubicBezTo>
                <a:cubicBezTo>
                  <a:pt x="189" y="242"/>
                  <a:pt x="189" y="242"/>
                  <a:pt x="189" y="242"/>
                </a:cubicBezTo>
                <a:cubicBezTo>
                  <a:pt x="225" y="305"/>
                  <a:pt x="225" y="305"/>
                  <a:pt x="225" y="305"/>
                </a:cubicBezTo>
                <a:cubicBezTo>
                  <a:pt x="235" y="301"/>
                  <a:pt x="245" y="295"/>
                  <a:pt x="253" y="289"/>
                </a:cubicBezTo>
                <a:cubicBezTo>
                  <a:pt x="220" y="231"/>
                  <a:pt x="220" y="231"/>
                  <a:pt x="220" y="231"/>
                </a:cubicBezTo>
                <a:cubicBezTo>
                  <a:pt x="271" y="274"/>
                  <a:pt x="271" y="274"/>
                  <a:pt x="271" y="274"/>
                </a:cubicBezTo>
                <a:cubicBezTo>
                  <a:pt x="279" y="266"/>
                  <a:pt x="286" y="257"/>
                  <a:pt x="293" y="247"/>
                </a:cubicBezTo>
                <a:cubicBezTo>
                  <a:pt x="247" y="209"/>
                  <a:pt x="247" y="209"/>
                  <a:pt x="247" y="209"/>
                </a:cubicBezTo>
                <a:cubicBezTo>
                  <a:pt x="303" y="229"/>
                  <a:pt x="303" y="229"/>
                  <a:pt x="303" y="229"/>
                </a:cubicBezTo>
                <a:cubicBezTo>
                  <a:pt x="308" y="219"/>
                  <a:pt x="312" y="207"/>
                  <a:pt x="315" y="195"/>
                </a:cubicBezTo>
                <a:cubicBezTo>
                  <a:pt x="266" y="177"/>
                  <a:pt x="266" y="177"/>
                  <a:pt x="266" y="177"/>
                </a:cubicBezTo>
                <a:cubicBezTo>
                  <a:pt x="318" y="177"/>
                  <a:pt x="318" y="177"/>
                  <a:pt x="318" y="177"/>
                </a:cubicBezTo>
                <a:cubicBezTo>
                  <a:pt x="319" y="171"/>
                  <a:pt x="319" y="165"/>
                  <a:pt x="319" y="159"/>
                </a:cubicBezTo>
                <a:cubicBezTo>
                  <a:pt x="319" y="152"/>
                  <a:pt x="318" y="145"/>
                  <a:pt x="317" y="138"/>
                </a:cubicBezTo>
                <a:cubicBezTo>
                  <a:pt x="220" y="138"/>
                  <a:pt x="220" y="138"/>
                  <a:pt x="220" y="138"/>
                </a:cubicBezTo>
                <a:cubicBezTo>
                  <a:pt x="223" y="145"/>
                  <a:pt x="224" y="152"/>
                  <a:pt x="224" y="160"/>
                </a:cubicBezTo>
                <a:moveTo>
                  <a:pt x="97" y="145"/>
                </a:moveTo>
                <a:cubicBezTo>
                  <a:pt x="98" y="139"/>
                  <a:pt x="100" y="134"/>
                  <a:pt x="103" y="129"/>
                </a:cubicBezTo>
                <a:cubicBezTo>
                  <a:pt x="13" y="96"/>
                  <a:pt x="13" y="96"/>
                  <a:pt x="13" y="96"/>
                </a:cubicBezTo>
                <a:cubicBezTo>
                  <a:pt x="11" y="101"/>
                  <a:pt x="9" y="107"/>
                  <a:pt x="7" y="112"/>
                </a:cubicBezTo>
                <a:lnTo>
                  <a:pt x="97" y="145"/>
                </a:lnTo>
                <a:close/>
                <a:moveTo>
                  <a:pt x="280" y="54"/>
                </a:moveTo>
                <a:cubicBezTo>
                  <a:pt x="207" y="115"/>
                  <a:pt x="207" y="115"/>
                  <a:pt x="207" y="115"/>
                </a:cubicBezTo>
                <a:cubicBezTo>
                  <a:pt x="208" y="117"/>
                  <a:pt x="210" y="119"/>
                  <a:pt x="212" y="121"/>
                </a:cubicBezTo>
                <a:cubicBezTo>
                  <a:pt x="285" y="60"/>
                  <a:pt x="285" y="60"/>
                  <a:pt x="285" y="60"/>
                </a:cubicBezTo>
                <a:cubicBezTo>
                  <a:pt x="283" y="58"/>
                  <a:pt x="281" y="56"/>
                  <a:pt x="280" y="54"/>
                </a:cubicBezTo>
                <a:moveTo>
                  <a:pt x="243" y="23"/>
                </a:moveTo>
                <a:cubicBezTo>
                  <a:pt x="241" y="21"/>
                  <a:pt x="238" y="20"/>
                  <a:pt x="236" y="18"/>
                </a:cubicBezTo>
                <a:cubicBezTo>
                  <a:pt x="188" y="102"/>
                  <a:pt x="188" y="102"/>
                  <a:pt x="188" y="102"/>
                </a:cubicBezTo>
                <a:cubicBezTo>
                  <a:pt x="190" y="103"/>
                  <a:pt x="193" y="104"/>
                  <a:pt x="196" y="106"/>
                </a:cubicBezTo>
                <a:lnTo>
                  <a:pt x="243" y="23"/>
                </a:lnTo>
                <a:close/>
                <a:moveTo>
                  <a:pt x="116" y="112"/>
                </a:moveTo>
                <a:cubicBezTo>
                  <a:pt x="42" y="50"/>
                  <a:pt x="42" y="50"/>
                  <a:pt x="42" y="50"/>
                </a:cubicBezTo>
                <a:cubicBezTo>
                  <a:pt x="39" y="54"/>
                  <a:pt x="36" y="58"/>
                  <a:pt x="33" y="62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9" y="119"/>
                  <a:pt x="112" y="116"/>
                  <a:pt x="116" y="112"/>
                </a:cubicBezTo>
                <a:moveTo>
                  <a:pt x="166" y="95"/>
                </a:moveTo>
                <a:cubicBezTo>
                  <a:pt x="169" y="96"/>
                  <a:pt x="172" y="96"/>
                  <a:pt x="175" y="97"/>
                </a:cubicBezTo>
                <a:cubicBezTo>
                  <a:pt x="192" y="2"/>
                  <a:pt x="192" y="2"/>
                  <a:pt x="192" y="2"/>
                </a:cubicBezTo>
                <a:cubicBezTo>
                  <a:pt x="189" y="1"/>
                  <a:pt x="186" y="1"/>
                  <a:pt x="183" y="0"/>
                </a:cubicBezTo>
                <a:lnTo>
                  <a:pt x="166" y="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25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357" r:id="rId5"/>
    <p:sldLayoutId id="2147484358" r:id="rId6"/>
    <p:sldLayoutId id="2147484247" r:id="rId7"/>
    <p:sldLayoutId id="2147484248" r:id="rId8"/>
    <p:sldLayoutId id="2147484252" r:id="rId9"/>
    <p:sldLayoutId id="2147484407" r:id="rId10"/>
    <p:sldLayoutId id="2147484409" r:id="rId11"/>
    <p:sldLayoutId id="2147484410" r:id="rId12"/>
    <p:sldLayoutId id="2147484411" r:id="rId13"/>
    <p:sldLayoutId id="2147484412" r:id="rId14"/>
    <p:sldLayoutId id="2147484425" r:id="rId15"/>
    <p:sldLayoutId id="2147484426" r:id="rId16"/>
    <p:sldLayoutId id="2147484417" r:id="rId17"/>
    <p:sldLayoutId id="2147484418" r:id="rId18"/>
    <p:sldLayoutId id="2147484421" r:id="rId19"/>
    <p:sldLayoutId id="2147484422" r:id="rId20"/>
    <p:sldLayoutId id="2147484101" r:id="rId21"/>
    <p:sldLayoutId id="2147484385" r:id="rId22"/>
    <p:sldLayoutId id="2147484429" r:id="rId23"/>
    <p:sldLayoutId id="2147484387" r:id="rId24"/>
    <p:sldLayoutId id="2147484427" r:id="rId25"/>
    <p:sldLayoutId id="2147484428" r:id="rId26"/>
    <p:sldLayoutId id="2147484342" r:id="rId27"/>
    <p:sldLayoutId id="2147484393" r:id="rId28"/>
    <p:sldLayoutId id="2147484406" r:id="rId29"/>
    <p:sldLayoutId id="2147484183" r:id="rId30"/>
    <p:sldLayoutId id="2147484398" r:id="rId31"/>
    <p:sldLayoutId id="2147484399" r:id="rId32"/>
    <p:sldLayoutId id="2147484423" r:id="rId33"/>
    <p:sldLayoutId id="2147484424" r:id="rId34"/>
    <p:sldLayoutId id="2147484430" r:id="rId35"/>
    <p:sldLayoutId id="2147484431" r:id="rId36"/>
  </p:sldLayoutIdLst>
  <p:hf sldNum="0" hdr="0" dt="0"/>
  <p:txStyles>
    <p:titleStyle>
      <a:lvl1pPr algn="l" defTabSz="457178" rtl="0" eaLnBrk="1" latinLnBrk="0" hangingPunct="1">
        <a:spcBef>
          <a:spcPct val="0"/>
        </a:spcBef>
        <a:buNone/>
        <a:defRPr sz="2400" b="0" i="0" kern="1200" cap="all" spc="3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3363" indent="-233363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5425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4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8" algn="l" defTabSz="457178" rtl="0" eaLnBrk="1" latinLnBrk="0" hangingPunct="1">
        <a:spcBef>
          <a:spcPct val="20000"/>
        </a:spcBef>
        <a:buClr>
          <a:schemeClr val="accent2"/>
        </a:buClr>
        <a:buFont typeface="Arial"/>
        <a:buChar char="»"/>
        <a:defRPr sz="12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4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vimeo.com/video/1014331510" TargetMode="External"/><Relationship Id="rId3" Type="http://schemas.openxmlformats.org/officeDocument/2006/relationships/hyperlink" Target="https://urldefense.com/v3/__https:/vimeo.com/video/1011210340__;!!MvWE!BoEXk_u_KxRzdvpiPS3-_jly6ixXjYCzx1tfz8WxqiXbU7JAW7rs_9QfMspYktv5bTr-fWWwbCiB56FHRJsW3A$" TargetMode="External"/><Relationship Id="rId7" Type="http://schemas.openxmlformats.org/officeDocument/2006/relationships/hyperlink" Target="https://vimeo.com/video/1013036702" TargetMode="External"/><Relationship Id="rId2" Type="http://schemas.openxmlformats.org/officeDocument/2006/relationships/hyperlink" Target="https://urldefense.com/v3/__https:/vimeo.com/1011210176__;!!MvWE!BoEXk_u_KxRzdvpiPS3-_jly6ixXjYCzx1tfz8WxqiXbU7JAW7rs_9QfMspYktv5bTr-fWWwbCiB56HjzBOZdA$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rldefense.com/v3/__https:/vimeo.com/video/1012648602__;!!MvWE!Af9JNb_C_-VLFAYyt1PlikuYb685Nqt1p8yAaDpTn8Hiaa498s_y6TJYV6aqTyqAMxtgRx--gkunWgrUG-cg4w$" TargetMode="External"/><Relationship Id="rId5" Type="http://schemas.openxmlformats.org/officeDocument/2006/relationships/hyperlink" Target="https://urldefense.com/v3/__https:/vimeo.com/video/1012648381__;!!MvWE!Af9JNb_C_-VLFAYyt1PlikuYb685Nqt1p8yAaDpTn8Hiaa498s_y6TJYV6aqTyqAMxtgRx--gkunWgpbwOpJgg$" TargetMode="External"/><Relationship Id="rId4" Type="http://schemas.openxmlformats.org/officeDocument/2006/relationships/hyperlink" Target="https://urldefense.com/v3/__https:/vimeo.com/1012648147__;!!MvWE!Af9JNb_C_-VLFAYyt1PlikuYb685Nqt1p8yAaDpTn8Hiaa498s_y6TJYV6aqTyqAMxtgRx--gkunWgpIXus_QQ$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video/1017016979" TargetMode="External"/><Relationship Id="rId2" Type="http://schemas.openxmlformats.org/officeDocument/2006/relationships/hyperlink" Target="https://vimeo.com/video/101701664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meo.com/video/1017015786" TargetMode="External"/><Relationship Id="rId4" Type="http://schemas.openxmlformats.org/officeDocument/2006/relationships/hyperlink" Target="https://vimeo.com/video/101701733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A_Business_Bombardier-challenger_1920x1080_CVR.jpg">
            <a:extLst>
              <a:ext uri="{FF2B5EF4-FFF2-40B4-BE49-F238E27FC236}">
                <a16:creationId xmlns:a16="http://schemas.microsoft.com/office/drawing/2014/main" id="{AB09B957-3FFF-EF43-9C22-CBF65B5BD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1" y="0"/>
            <a:ext cx="9144000" cy="5143500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5B62CC3-FE6E-4D16-9078-D76D65B9F9AA}"/>
              </a:ext>
            </a:extLst>
          </p:cNvPr>
          <p:cNvSpPr>
            <a:spLocks noGrp="1"/>
          </p:cNvSpPr>
          <p:nvPr/>
        </p:nvSpPr>
        <p:spPr>
          <a:xfrm>
            <a:off x="4567428" y="4877211"/>
            <a:ext cx="3936492" cy="1371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457200" rtl="0" eaLnBrk="1" latinLnBrk="0" hangingPunct="1">
              <a:defRPr lang="en-US" sz="600" kern="1200" spc="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cs typeface="DIN-Light"/>
              </a:rPr>
              <a:t>This document does not contain any export controlled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0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8CEE69-CB81-4FEB-9F9F-38563474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0121"/>
            <a:ext cx="7807234" cy="1213210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16021-0B1E-45AC-98A1-52DDB26C74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cs typeface="DIN-Light"/>
              </a:rPr>
              <a:t>This document does not include any export controlled technical data. | Collins Aerospace Proprietary.</a:t>
            </a: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7592" y="510363"/>
            <a:ext cx="9016408" cy="14779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178" rtl="0" eaLnBrk="1" latinLnBrk="0" hangingPunct="1">
              <a:spcBef>
                <a:spcPct val="0"/>
              </a:spcBef>
              <a:buNone/>
              <a:defRPr sz="2400" b="0" i="0" kern="1200" cap="all" spc="3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GETC-INDIA Training ACADEMY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Sep 2024</a:t>
            </a:r>
          </a:p>
        </p:txBody>
      </p:sp>
    </p:spTree>
    <p:extLst>
      <p:ext uri="{BB962C8B-B14F-4D97-AF65-F5344CB8AC3E}">
        <p14:creationId xmlns:p14="http://schemas.microsoft.com/office/powerpoint/2010/main" val="268686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05F376-F170-4F34-8E21-CAF4D1CB5D3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02885" y="840821"/>
            <a:ext cx="8442251" cy="3851759"/>
          </a:xfrm>
        </p:spPr>
        <p:txBody>
          <a:bodyPr/>
          <a:lstStyle/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1 - Date:18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https://vimeo.com/1011210176</a:t>
            </a:r>
            <a:endParaRPr lang="en-US" sz="1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2 – Date: 19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3"/>
              </a:rPr>
              <a:t>https://vimeo.com/video/1011210340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3 – Date: 20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4"/>
              </a:rPr>
              <a:t>https://vimeo.com/1012648147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4 – Date: 23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5"/>
              </a:rPr>
              <a:t>https://vimeo.com/video/1012648381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5 – Date: 24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6"/>
              </a:rPr>
              <a:t>https://vimeo.com/video/1012648602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Day 6 – Date: 25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7"/>
              </a:rPr>
              <a:t>https://vimeo.com/video/1013036702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7 –30</a:t>
            </a:r>
            <a:r>
              <a:rPr lang="en-US" sz="1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Sep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8"/>
              </a:rPr>
              <a:t>https://vimeo.com/video/1014331510</a:t>
            </a:r>
            <a:endParaRPr lang="en-US" sz="1000" u="sng" dirty="0">
              <a:solidFill>
                <a:srgbClr val="467886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8408D-934E-41BF-BC32-B36D39B9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document does not include any export controlled technical data. | Collins Aerospace Proprietary.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8CD14236-B8BC-4000-9E87-12D3BABC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248255"/>
            <a:ext cx="8665535" cy="687410"/>
          </a:xfrm>
        </p:spPr>
        <p:txBody>
          <a:bodyPr/>
          <a:lstStyle/>
          <a:p>
            <a:pPr lvl="0"/>
            <a:br>
              <a:rPr lang="en-US" dirty="0"/>
            </a:br>
            <a:r>
              <a:rPr lang="en-US" dirty="0"/>
              <a:t>AWS Fundamentals Training recording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2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AD04A-E09A-EAD1-BDD0-D210D89C48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8 –01</a:t>
            </a:r>
            <a:r>
              <a:rPr lang="en-US" sz="1000" baseline="30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st</a:t>
            </a: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Oct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2"/>
              </a:rPr>
              <a:t>https://vimeo.com/video/1017016640</a:t>
            </a:r>
            <a:endParaRPr lang="en-US" sz="1000" u="sng" dirty="0">
              <a:solidFill>
                <a:srgbClr val="467886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9 –02</a:t>
            </a:r>
            <a:r>
              <a:rPr lang="en-US" sz="1000" baseline="30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nd</a:t>
            </a: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Oct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3"/>
              </a:rPr>
              <a:t>https://vimeo.com/video/1017016979</a:t>
            </a:r>
            <a:endParaRPr lang="en-US" sz="1000" u="sng" dirty="0">
              <a:solidFill>
                <a:srgbClr val="467886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10 –03</a:t>
            </a:r>
            <a:r>
              <a:rPr lang="en-US" sz="1000" baseline="30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rd</a:t>
            </a: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Oct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4"/>
              </a:rPr>
              <a:t>https://vimeo.com/video/1017017338</a:t>
            </a:r>
            <a:endParaRPr lang="en-US" sz="1000" u="sng" dirty="0">
              <a:solidFill>
                <a:srgbClr val="467886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11 –04</a:t>
            </a:r>
            <a:r>
              <a:rPr lang="en-US" sz="1000" baseline="30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th</a:t>
            </a:r>
            <a:r>
              <a:rPr lang="en-US" sz="10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Oct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2024</a:t>
            </a:r>
          </a:p>
          <a:p>
            <a:pPr marL="7938" indent="0">
              <a:buNone/>
            </a:pPr>
            <a:r>
              <a:rPr lang="en-US" sz="10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5"/>
              </a:rPr>
              <a:t>https://vimeo.com/video/1017015786</a:t>
            </a:r>
            <a:endParaRPr lang="en-US" sz="1000" u="sng" dirty="0">
              <a:solidFill>
                <a:srgbClr val="467886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7938" indent="0">
              <a:buNone/>
            </a:pPr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Passcode:</a:t>
            </a:r>
            <a:r>
              <a:rPr lang="en-US" sz="100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AWS123</a:t>
            </a:r>
          </a:p>
          <a:p>
            <a:pPr marL="7938" indent="0">
              <a:buNone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927404-C1E4-A00E-61E8-1799C4F9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2000" dirty="0"/>
              <a:t>AWS Fundamentals Training recording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125B3-141C-5F62-A080-FB296D9FD4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This document does not include any export controlled technical data. | Collins Aerospace Proprietary.</a:t>
            </a:r>
          </a:p>
        </p:txBody>
      </p:sp>
    </p:spTree>
    <p:extLst>
      <p:ext uri="{BB962C8B-B14F-4D97-AF65-F5344CB8AC3E}">
        <p14:creationId xmlns:p14="http://schemas.microsoft.com/office/powerpoint/2010/main" val="74230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344FF1-E2E2-43AE-ACC3-E1C9184CC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651" y="4832577"/>
            <a:ext cx="4395597" cy="3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99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AD664A-4DEA-474C-99C7-EA29EA9B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0121"/>
            <a:ext cx="5207000" cy="1213210"/>
          </a:xfrm>
        </p:spPr>
        <p:txBody>
          <a:bodyPr/>
          <a:lstStyle/>
          <a:p>
            <a:r>
              <a:rPr lang="en-US" dirty="0"/>
              <a:t>End of presentation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C4C5DE-1495-4663-9113-36EF4FA6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01" y="4892788"/>
            <a:ext cx="4395597" cy="3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72020"/>
      </p:ext>
    </p:extLst>
  </p:cSld>
  <p:clrMapOvr>
    <a:masterClrMapping/>
  </p:clrMapOvr>
</p:sld>
</file>

<file path=ppt/theme/theme1.xml><?xml version="1.0" encoding="utf-8"?>
<a:theme xmlns:a="http://schemas.openxmlformats.org/drawingml/2006/main" name="Collins Aerospace 16x9">
  <a:themeElements>
    <a:clrScheme name="Collins">
      <a:dk1>
        <a:srgbClr val="000000"/>
      </a:dk1>
      <a:lt1>
        <a:srgbClr val="FFFFFF"/>
      </a:lt1>
      <a:dk2>
        <a:srgbClr val="333333"/>
      </a:dk2>
      <a:lt2>
        <a:srgbClr val="DCDCDC"/>
      </a:lt2>
      <a:accent1>
        <a:srgbClr val="E4551F"/>
      </a:accent1>
      <a:accent2>
        <a:srgbClr val="00AB8E"/>
      </a:accent2>
      <a:accent3>
        <a:srgbClr val="F2A900"/>
      </a:accent3>
      <a:accent4>
        <a:srgbClr val="555555"/>
      </a:accent4>
      <a:accent5>
        <a:srgbClr val="898989"/>
      </a:accent5>
      <a:accent6>
        <a:srgbClr val="BBBBBB"/>
      </a:accent6>
      <a:hlink>
        <a:srgbClr val="CF4520"/>
      </a:hlink>
      <a:folHlink>
        <a:srgbClr val="F2A9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_Collins_No_Tech_Data_16x9_optimized.potx" id="{C4DE086A-5793-4AD5-8BC8-CB0FDF0381BD}" vid="{8F2E3E36-8C40-4A9B-97D0-E9E59C039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D7EB76A05F1A4CBB1283BBF4F97503" ma:contentTypeVersion="2" ma:contentTypeDescription="Create a new document." ma:contentTypeScope="" ma:versionID="6edea2f4dfbe2a962d276d4361f7dc72">
  <xsd:schema xmlns:xsd="http://www.w3.org/2001/XMLSchema" xmlns:xs="http://www.w3.org/2001/XMLSchema" xmlns:p="http://schemas.microsoft.com/office/2006/metadata/properties" xmlns:ns2="c56848f9-d634-4c92-be70-5230f1158a01" targetNamespace="http://schemas.microsoft.com/office/2006/metadata/properties" ma:root="true" ma:fieldsID="b48d1977e1f8bddb2afc5a585c4c6320" ns2:_="">
    <xsd:import namespace="c56848f9-d634-4c92-be70-5230f1158a01"/>
    <xsd:element name="properties">
      <xsd:complexType>
        <xsd:sequence>
          <xsd:element name="documentManagement">
            <xsd:complexType>
              <xsd:all>
                <xsd:element ref="ns2:Tech_x0020_Data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6848f9-d634-4c92-be70-5230f1158a01" elementFormDefault="qualified">
    <xsd:import namespace="http://schemas.microsoft.com/office/2006/documentManagement/types"/>
    <xsd:import namespace="http://schemas.microsoft.com/office/infopath/2007/PartnerControls"/>
    <xsd:element name="Tech_x0020_Data" ma:index="8" ma:displayName="Tech Data" ma:description="----------Technical Data Decision Tree---------------&#10;If you did not access the Technical Data Decision Tree before uploading this item, please do so now to determine if your item contains technical data.&#10;&#10;Right click on the following link and select Open in a new window, to access the Technical Data Decision Tree.&#10;https://sphelp.collins.com/TDDT/Home.aspx" ma:format="Dropdown" ma:internalName="Tech_x0020_Data">
      <xsd:simpleType>
        <xsd:restriction base="dms:Choice">
          <xsd:enumeration value="Yes"/>
          <xsd:enumeration value="No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ch_x0020_Data xmlns="c56848f9-d634-4c92-be70-5230f1158a01">No</Tech_x0020_Data>
  </documentManagement>
</p:properties>
</file>

<file path=customXml/itemProps1.xml><?xml version="1.0" encoding="utf-8"?>
<ds:datastoreItem xmlns:ds="http://schemas.openxmlformats.org/officeDocument/2006/customXml" ds:itemID="{A8415352-4527-4A04-BDCA-6BF4FAE390CB}"/>
</file>

<file path=customXml/itemProps2.xml><?xml version="1.0" encoding="utf-8"?>
<ds:datastoreItem xmlns:ds="http://schemas.openxmlformats.org/officeDocument/2006/customXml" ds:itemID="{F7BF9F9B-B38A-48BF-B2D6-16A5390C5A97}"/>
</file>

<file path=customXml/itemProps3.xml><?xml version="1.0" encoding="utf-8"?>
<ds:datastoreItem xmlns:ds="http://schemas.openxmlformats.org/officeDocument/2006/customXml" ds:itemID="{1FEDC73C-70D7-495B-996F-C33DA1A4393D}"/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Collins_No_Tech_Data_16x9</Template>
  <TotalTime>48</TotalTime>
  <Words>286</Words>
  <Application>Microsoft Office PowerPoint</Application>
  <PresentationFormat>On-screen Show (16:9)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Regular</vt:lpstr>
      <vt:lpstr>Calibri</vt:lpstr>
      <vt:lpstr>DIN-Light</vt:lpstr>
      <vt:lpstr>Collins Aerospace 16x9</vt:lpstr>
      <vt:lpstr>PowerPoint Presentation</vt:lpstr>
      <vt:lpstr> </vt:lpstr>
      <vt:lpstr> AWS Fundamentals Training recording </vt:lpstr>
      <vt:lpstr> AWS Fundamentals Training recording </vt:lpstr>
      <vt:lpstr>PowerPoint Presentation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COLLINS AEROSPACE Non Technical STARTER PRESENTATION</dc:title>
  <dc:creator>Sharatkumar Variyar</dc:creator>
  <cp:keywords>Wide screen</cp:keywords>
  <cp:lastModifiedBy>Gayathri, Balam                           Export License Required - US Collins</cp:lastModifiedBy>
  <cp:revision>236</cp:revision>
  <cp:lastPrinted>2018-05-24T22:27:42Z</cp:lastPrinted>
  <dcterms:created xsi:type="dcterms:W3CDTF">2020-04-23T17:58:40Z</dcterms:created>
  <dcterms:modified xsi:type="dcterms:W3CDTF">2024-10-08T04:14:43Z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ize">
    <vt:lpwstr>W</vt:lpwstr>
  </property>
  <property fmtid="{D5CDD505-2E9C-101B-9397-08002B2CF9AE}" pid="3" name="UTC Classification">
    <vt:lpwstr>NO TECH DATA</vt:lpwstr>
  </property>
  <property fmtid="{D5CDD505-2E9C-101B-9397-08002B2CF9AE}" pid="4" name="ContentTypeId">
    <vt:lpwstr>0x010100D9D7EB76A05F1A4CBB1283BBF4F97503</vt:lpwstr>
  </property>
  <property fmtid="{D5CDD505-2E9C-101B-9397-08002B2CF9AE}" pid="5" name="MSIP_Label_e06c57a6-ed20-4752-a8c0-60c9182c0844_SiteId">
    <vt:lpwstr>7a18110d-ef9b-4274-acef-e62ab0fe28ed</vt:lpwstr>
  </property>
  <property fmtid="{D5CDD505-2E9C-101B-9397-08002B2CF9AE}" pid="6" name="MSIP_Label_e06c57a6-ed20-4752-a8c0-60c9182c0844_SetDate">
    <vt:lpwstr>2023-09-04T06:44:43Z</vt:lpwstr>
  </property>
  <property fmtid="{D5CDD505-2E9C-101B-9397-08002B2CF9AE}" pid="7" name="MSIP_Label_e06c57a6-ed20-4752-a8c0-60c9182c0844_Name">
    <vt:lpwstr>No Tech Data (Internal)</vt:lpwstr>
  </property>
  <property fmtid="{D5CDD505-2E9C-101B-9397-08002B2CF9AE}" pid="8" name="MSIP_Label_e06c57a6-ed20-4752-a8c0-60c9182c0844_Method">
    <vt:lpwstr>Privileged</vt:lpwstr>
  </property>
  <property fmtid="{D5CDD505-2E9C-101B-9397-08002B2CF9AE}" pid="9" name="MSIP_Label_e06c57a6-ed20-4752-a8c0-60c9182c0844_Enabled">
    <vt:lpwstr>true</vt:lpwstr>
  </property>
  <property fmtid="{D5CDD505-2E9C-101B-9397-08002B2CF9AE}" pid="10" name="MSIP_Label_e06c57a6-ed20-4752-a8c0-60c9182c0844_ContentBits">
    <vt:lpwstr>8</vt:lpwstr>
  </property>
</Properties>
</file>